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2" r:id="rId3"/>
    <p:sldMasterId id="2147483656" r:id="rId4"/>
    <p:sldMasterId id="2147483659" r:id="rId5"/>
  </p:sldMasterIdLst>
  <p:notesMasterIdLst>
    <p:notesMasterId r:id="rId7"/>
  </p:notesMasterIdLst>
  <p:handoutMasterIdLst>
    <p:handoutMasterId r:id="rId10"/>
  </p:handoutMasterIdLst>
  <p:sldIdLst>
    <p:sldId id="4477" r:id="rId6"/>
    <p:sldId id="4479" r:id="rId8"/>
    <p:sldId id="4481" r:id="rId9"/>
  </p:sldIdLst>
  <p:sldSz cx="9144000" cy="5143500" type="screen16x9"/>
  <p:notesSz cx="6858000" cy="9144000"/>
  <p:custDataLst>
    <p:tags r:id="rId15"/>
  </p:custDataLst>
  <p:defaultTextStyle>
    <a:defPPr>
      <a:defRPr lang="zh-CN"/>
    </a:defPPr>
    <a:lvl1pPr marL="0" algn="l" defTabSz="779145" rtl="0" eaLnBrk="1" latinLnBrk="0" hangingPunct="1">
      <a:defRPr sz="1500" kern="1200">
        <a:solidFill>
          <a:schemeClr val="tx1"/>
        </a:solidFill>
        <a:latin typeface="+mn-lt"/>
        <a:ea typeface="+mn-ea"/>
        <a:cs typeface="+mn-cs"/>
      </a:defRPr>
    </a:lvl1pPr>
    <a:lvl2pPr marL="389890" algn="l" defTabSz="779145" rtl="0" eaLnBrk="1" latinLnBrk="0" hangingPunct="1">
      <a:defRPr sz="1500" kern="1200">
        <a:solidFill>
          <a:schemeClr val="tx1"/>
        </a:solidFill>
        <a:latin typeface="+mn-lt"/>
        <a:ea typeface="+mn-ea"/>
        <a:cs typeface="+mn-cs"/>
      </a:defRPr>
    </a:lvl2pPr>
    <a:lvl3pPr marL="779145" algn="l" defTabSz="779145" rtl="0" eaLnBrk="1" latinLnBrk="0" hangingPunct="1">
      <a:defRPr sz="1500" kern="1200">
        <a:solidFill>
          <a:schemeClr val="tx1"/>
        </a:solidFill>
        <a:latin typeface="+mn-lt"/>
        <a:ea typeface="+mn-ea"/>
        <a:cs typeface="+mn-cs"/>
      </a:defRPr>
    </a:lvl3pPr>
    <a:lvl4pPr marL="1169035" algn="l" defTabSz="779145" rtl="0" eaLnBrk="1" latinLnBrk="0" hangingPunct="1">
      <a:defRPr sz="1500" kern="1200">
        <a:solidFill>
          <a:schemeClr val="tx1"/>
        </a:solidFill>
        <a:latin typeface="+mn-lt"/>
        <a:ea typeface="+mn-ea"/>
        <a:cs typeface="+mn-cs"/>
      </a:defRPr>
    </a:lvl4pPr>
    <a:lvl5pPr marL="1558925" algn="l" defTabSz="779145" rtl="0" eaLnBrk="1" latinLnBrk="0" hangingPunct="1">
      <a:defRPr sz="1500" kern="1200">
        <a:solidFill>
          <a:schemeClr val="tx1"/>
        </a:solidFill>
        <a:latin typeface="+mn-lt"/>
        <a:ea typeface="+mn-ea"/>
        <a:cs typeface="+mn-cs"/>
      </a:defRPr>
    </a:lvl5pPr>
    <a:lvl6pPr marL="1948180" algn="l" defTabSz="779145" rtl="0" eaLnBrk="1" latinLnBrk="0" hangingPunct="1">
      <a:defRPr sz="1500" kern="1200">
        <a:solidFill>
          <a:schemeClr val="tx1"/>
        </a:solidFill>
        <a:latin typeface="+mn-lt"/>
        <a:ea typeface="+mn-ea"/>
        <a:cs typeface="+mn-cs"/>
      </a:defRPr>
    </a:lvl6pPr>
    <a:lvl7pPr marL="2338070" algn="l" defTabSz="779145" rtl="0" eaLnBrk="1" latinLnBrk="0" hangingPunct="1">
      <a:defRPr sz="1500" kern="1200">
        <a:solidFill>
          <a:schemeClr val="tx1"/>
        </a:solidFill>
        <a:latin typeface="+mn-lt"/>
        <a:ea typeface="+mn-ea"/>
        <a:cs typeface="+mn-cs"/>
      </a:defRPr>
    </a:lvl7pPr>
    <a:lvl8pPr marL="2727960" algn="l" defTabSz="779145" rtl="0" eaLnBrk="1" latinLnBrk="0" hangingPunct="1">
      <a:defRPr sz="1500" kern="1200">
        <a:solidFill>
          <a:schemeClr val="tx1"/>
        </a:solidFill>
        <a:latin typeface="+mn-lt"/>
        <a:ea typeface="+mn-ea"/>
        <a:cs typeface="+mn-cs"/>
      </a:defRPr>
    </a:lvl8pPr>
    <a:lvl9pPr marL="3117215" algn="l" defTabSz="779145" rtl="0" eaLnBrk="1" latinLnBrk="0" hangingPunct="1">
      <a:defRPr sz="15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48" userDrawn="1">
          <p15:clr>
            <a:srgbClr val="A4A3A4"/>
          </p15:clr>
        </p15:guide>
        <p15:guide id="2" pos="287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李 莉" initials="李" lastIdx="12" clrIdx="0"/>
  <p:cmAuthor id="2" name="yipeng" initials="y" lastIdx="17" clrIdx="1"/>
  <p:cmAuthor id="3" name="XYJ" initials="X" lastIdx="1"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56CEF"/>
    <a:srgbClr val="26B9F1"/>
    <a:srgbClr val="FFC808"/>
    <a:srgbClr val="A17F11"/>
    <a:srgbClr val="FFFFFF"/>
    <a:srgbClr val="A18011"/>
    <a:srgbClr val="B05E20"/>
    <a:srgbClr val="AA5514"/>
    <a:srgbClr val="38CEC1"/>
    <a:srgbClr val="D6243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055" autoAdjust="0"/>
    <p:restoredTop sz="72844" autoAdjust="0"/>
  </p:normalViewPr>
  <p:slideViewPr>
    <p:cSldViewPr showGuides="1">
      <p:cViewPr varScale="1">
        <p:scale>
          <a:sx n="89" d="100"/>
          <a:sy n="89" d="100"/>
        </p:scale>
        <p:origin x="916" y="-68"/>
      </p:cViewPr>
      <p:guideLst>
        <p:guide orient="horz" pos="2048"/>
        <p:guide pos="2879"/>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notesMaster" Target="notesMasters/notesMaster1.xml"/><Relationship Id="rId6" Type="http://schemas.openxmlformats.org/officeDocument/2006/relationships/slide" Target="slides/slide1.xml"/><Relationship Id="rId5" Type="http://schemas.openxmlformats.org/officeDocument/2006/relationships/slideMaster" Target="slideMasters/slideMaster4.xml"/><Relationship Id="rId4" Type="http://schemas.openxmlformats.org/officeDocument/2006/relationships/slideMaster" Target="slideMasters/slideMaster3.xml"/><Relationship Id="rId3" Type="http://schemas.openxmlformats.org/officeDocument/2006/relationships/slideMaster" Target="slideMasters/slideMaster2.xml"/><Relationship Id="rId2" Type="http://schemas.openxmlformats.org/officeDocument/2006/relationships/theme" Target="theme/theme1.xml"/><Relationship Id="rId15" Type="http://schemas.openxmlformats.org/officeDocument/2006/relationships/tags" Target="tags/tag1.xml"/><Relationship Id="rId14" Type="http://schemas.openxmlformats.org/officeDocument/2006/relationships/commentAuthors" Target="commentAuthors.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handoutMaster" Target="handoutMasters/handoutMaster1.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1FCC133-487D-44FF-AD0C-24FF3C8AA06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C94A670-51BB-4CBE-9B75-BA8AEDCC1027}"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779145" rtl="0" eaLnBrk="1" latinLnBrk="0" hangingPunct="1">
      <a:defRPr sz="1000" kern="1200">
        <a:solidFill>
          <a:schemeClr val="tx1"/>
        </a:solidFill>
        <a:latin typeface="+mn-lt"/>
        <a:ea typeface="+mn-ea"/>
        <a:cs typeface="+mn-cs"/>
      </a:defRPr>
    </a:lvl1pPr>
    <a:lvl2pPr marL="389890" algn="l" defTabSz="779145" rtl="0" eaLnBrk="1" latinLnBrk="0" hangingPunct="1">
      <a:defRPr sz="1000" kern="1200">
        <a:solidFill>
          <a:schemeClr val="tx1"/>
        </a:solidFill>
        <a:latin typeface="+mn-lt"/>
        <a:ea typeface="+mn-ea"/>
        <a:cs typeface="+mn-cs"/>
      </a:defRPr>
    </a:lvl2pPr>
    <a:lvl3pPr marL="779145" algn="l" defTabSz="779145" rtl="0" eaLnBrk="1" latinLnBrk="0" hangingPunct="1">
      <a:defRPr sz="1000" kern="1200">
        <a:solidFill>
          <a:schemeClr val="tx1"/>
        </a:solidFill>
        <a:latin typeface="+mn-lt"/>
        <a:ea typeface="+mn-ea"/>
        <a:cs typeface="+mn-cs"/>
      </a:defRPr>
    </a:lvl3pPr>
    <a:lvl4pPr marL="1169035" algn="l" defTabSz="779145" rtl="0" eaLnBrk="1" latinLnBrk="0" hangingPunct="1">
      <a:defRPr sz="1000" kern="1200">
        <a:solidFill>
          <a:schemeClr val="tx1"/>
        </a:solidFill>
        <a:latin typeface="+mn-lt"/>
        <a:ea typeface="+mn-ea"/>
        <a:cs typeface="+mn-cs"/>
      </a:defRPr>
    </a:lvl4pPr>
    <a:lvl5pPr marL="1558925" algn="l" defTabSz="779145" rtl="0" eaLnBrk="1" latinLnBrk="0" hangingPunct="1">
      <a:defRPr sz="1000" kern="1200">
        <a:solidFill>
          <a:schemeClr val="tx1"/>
        </a:solidFill>
        <a:latin typeface="+mn-lt"/>
        <a:ea typeface="+mn-ea"/>
        <a:cs typeface="+mn-cs"/>
      </a:defRPr>
    </a:lvl5pPr>
    <a:lvl6pPr marL="1948180" algn="l" defTabSz="779145" rtl="0" eaLnBrk="1" latinLnBrk="0" hangingPunct="1">
      <a:defRPr sz="1000" kern="1200">
        <a:solidFill>
          <a:schemeClr val="tx1"/>
        </a:solidFill>
        <a:latin typeface="+mn-lt"/>
        <a:ea typeface="+mn-ea"/>
        <a:cs typeface="+mn-cs"/>
      </a:defRPr>
    </a:lvl6pPr>
    <a:lvl7pPr marL="2338070" algn="l" defTabSz="779145" rtl="0" eaLnBrk="1" latinLnBrk="0" hangingPunct="1">
      <a:defRPr sz="1000" kern="1200">
        <a:solidFill>
          <a:schemeClr val="tx1"/>
        </a:solidFill>
        <a:latin typeface="+mn-lt"/>
        <a:ea typeface="+mn-ea"/>
        <a:cs typeface="+mn-cs"/>
      </a:defRPr>
    </a:lvl7pPr>
    <a:lvl8pPr marL="2727960" algn="l" defTabSz="779145" rtl="0" eaLnBrk="1" latinLnBrk="0" hangingPunct="1">
      <a:defRPr sz="1000" kern="1200">
        <a:solidFill>
          <a:schemeClr val="tx1"/>
        </a:solidFill>
        <a:latin typeface="+mn-lt"/>
        <a:ea typeface="+mn-ea"/>
        <a:cs typeface="+mn-cs"/>
      </a:defRPr>
    </a:lvl8pPr>
    <a:lvl9pPr marL="3117215" algn="l" defTabSz="779145" rtl="0" eaLnBrk="1" latinLnBrk="0" hangingPunct="1">
      <a:defRPr sz="10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779145" rtl="0" eaLnBrk="1" fontAlgn="auto" latinLnBrk="0" hangingPunct="1">
              <a:lnSpc>
                <a:spcPct val="100000"/>
              </a:lnSpc>
              <a:spcBef>
                <a:spcPts val="0"/>
              </a:spcBef>
              <a:spcAft>
                <a:spcPts val="0"/>
              </a:spcAft>
              <a:buClrTx/>
              <a:buSzTx/>
              <a:buFontTx/>
              <a:buNone/>
              <a:defRPr/>
            </a:pPr>
            <a:r>
              <a:rPr lang="en-US" altLang="zh-CN" dirty="0"/>
              <a:t>【1】</a:t>
            </a:r>
            <a:r>
              <a:rPr lang="zh-CN" altLang="en-US" dirty="0"/>
              <a:t>研究内容二侧重分布式缓存与分发。</a:t>
            </a:r>
            <a:endParaRPr lang="en-US" altLang="zh-CN" dirty="0"/>
          </a:p>
          <a:p>
            <a:pPr marL="0" marR="0" indent="0" algn="l" defTabSz="779145" rtl="0" eaLnBrk="1" fontAlgn="auto" latinLnBrk="0" hangingPunct="1">
              <a:lnSpc>
                <a:spcPct val="100000"/>
              </a:lnSpc>
              <a:spcBef>
                <a:spcPts val="0"/>
              </a:spcBef>
              <a:spcAft>
                <a:spcPts val="0"/>
              </a:spcAft>
              <a:buClrTx/>
              <a:buSzTx/>
              <a:buFontTx/>
              <a:buNone/>
              <a:defRPr/>
            </a:pPr>
            <a:r>
              <a:rPr lang="en-US" altLang="zh-CN" dirty="0"/>
              <a:t>【2】</a:t>
            </a:r>
            <a:r>
              <a:rPr lang="zh-CN" altLang="en-US" dirty="0"/>
              <a:t>一方面处理好边缘</a:t>
            </a:r>
            <a:r>
              <a:rPr lang="en-US" altLang="zh-CN" b="0" dirty="0"/>
              <a:t>AI</a:t>
            </a:r>
            <a:r>
              <a:rPr lang="zh-CN" altLang="en-US" b="0" dirty="0"/>
              <a:t>模型的</a:t>
            </a:r>
            <a:r>
              <a:rPr lang="zh-CN" altLang="en-US" sz="1000" b="0" dirty="0">
                <a:solidFill>
                  <a:srgbClr val="0069B8"/>
                </a:solidFill>
              </a:rPr>
              <a:t>参数分发、更新与资源分配，</a:t>
            </a:r>
            <a:r>
              <a:rPr lang="zh-CN" altLang="en-US" sz="1000" b="0" i="0" kern="1200" dirty="0">
                <a:solidFill>
                  <a:schemeClr val="tx1"/>
                </a:solidFill>
                <a:effectLst/>
                <a:latin typeface="+mn-lt"/>
                <a:ea typeface="+mn-ea"/>
                <a:cs typeface="+mn-cs"/>
              </a:rPr>
              <a:t>最大限度保障边缘</a:t>
            </a:r>
            <a:r>
              <a:rPr lang="en-US" altLang="zh-CN" sz="1000" b="0" i="0" kern="1200" dirty="0">
                <a:solidFill>
                  <a:schemeClr val="tx1"/>
                </a:solidFill>
                <a:effectLst/>
                <a:latin typeface="+mn-lt"/>
                <a:ea typeface="+mn-ea"/>
                <a:cs typeface="+mn-cs"/>
              </a:rPr>
              <a:t>AI</a:t>
            </a:r>
            <a:r>
              <a:rPr lang="zh-CN" altLang="en-US" sz="1000" b="0" i="0" kern="1200" dirty="0">
                <a:solidFill>
                  <a:schemeClr val="tx1"/>
                </a:solidFill>
                <a:effectLst/>
                <a:latin typeface="+mn-lt"/>
                <a:ea typeface="+mn-ea"/>
                <a:cs typeface="+mn-cs"/>
              </a:rPr>
              <a:t>时效性与性能；</a:t>
            </a:r>
            <a:r>
              <a:rPr lang="zh-CN" altLang="en-US" dirty="0"/>
              <a:t> </a:t>
            </a:r>
            <a:br>
              <a:rPr lang="zh-CN" altLang="en-US" dirty="0"/>
            </a:br>
            <a:r>
              <a:rPr lang="en-US" altLang="zh-CN" dirty="0"/>
              <a:t>【3】</a:t>
            </a:r>
            <a:r>
              <a:rPr lang="zh-CN" altLang="en-US" dirty="0"/>
              <a:t>另一方面</a:t>
            </a:r>
            <a:r>
              <a:rPr lang="zh-CN" altLang="en-US" sz="1000" b="0" dirty="0">
                <a:solidFill>
                  <a:srgbClr val="0069B8"/>
                </a:solidFill>
              </a:rPr>
              <a:t>也设计好流行度与新鲜度因子机制，同步兼顾好业务数据的读取与传输性能</a:t>
            </a:r>
            <a:endParaRPr lang="en-US" altLang="zh-CN" b="0" dirty="0"/>
          </a:p>
          <a:p>
            <a:pPr marL="0" marR="0" indent="0" algn="l" defTabSz="779145" rtl="0" eaLnBrk="1" fontAlgn="auto" latinLnBrk="0" hangingPunct="1">
              <a:lnSpc>
                <a:spcPct val="100000"/>
              </a:lnSpc>
              <a:spcBef>
                <a:spcPts val="0"/>
              </a:spcBef>
              <a:spcAft>
                <a:spcPts val="0"/>
              </a:spcAft>
              <a:buClrTx/>
              <a:buSzTx/>
              <a:buFontTx/>
              <a:buNone/>
              <a:defRPr/>
            </a:pPr>
            <a:endParaRPr lang="en-US" altLang="zh-CN" dirty="0"/>
          </a:p>
          <a:p>
            <a:pPr marL="0" marR="0" indent="0" algn="l" defTabSz="779145" rtl="0" eaLnBrk="1" fontAlgn="auto" latinLnBrk="0" hangingPunct="1">
              <a:lnSpc>
                <a:spcPct val="100000"/>
              </a:lnSpc>
              <a:spcBef>
                <a:spcPts val="0"/>
              </a:spcBef>
              <a:spcAft>
                <a:spcPts val="0"/>
              </a:spcAft>
              <a:buClrTx/>
              <a:buSzTx/>
              <a:buFontTx/>
              <a:buNone/>
              <a:defRPr/>
            </a:pPr>
            <a:endParaRPr lang="en-US" altLang="zh-CN" dirty="0"/>
          </a:p>
          <a:p>
            <a:pPr marL="0" marR="0" indent="0" algn="l" defTabSz="779145"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9C94A670-51BB-4CBE-9B75-BA8AEDCC1027}"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779145" rtl="0" eaLnBrk="1" fontAlgn="auto" latinLnBrk="0" hangingPunct="1">
              <a:lnSpc>
                <a:spcPct val="100000"/>
              </a:lnSpc>
              <a:spcBef>
                <a:spcPts val="0"/>
              </a:spcBef>
              <a:spcAft>
                <a:spcPts val="0"/>
              </a:spcAft>
              <a:buClrTx/>
              <a:buSzTx/>
              <a:buFontTx/>
              <a:buNone/>
              <a:defRPr/>
            </a:pPr>
            <a:r>
              <a:rPr lang="en-US" altLang="zh-CN" dirty="0"/>
              <a:t>【1】</a:t>
            </a:r>
            <a:r>
              <a:rPr lang="zh-CN" altLang="en-US" dirty="0"/>
              <a:t>研究内容三立足于异构网络多连接问题。</a:t>
            </a:r>
            <a:endParaRPr lang="en-US" altLang="zh-CN" dirty="0"/>
          </a:p>
          <a:p>
            <a:pPr marL="0" marR="0" indent="0" algn="l" defTabSz="779145" rtl="0" eaLnBrk="1" fontAlgn="auto" latinLnBrk="0" hangingPunct="1">
              <a:lnSpc>
                <a:spcPct val="100000"/>
              </a:lnSpc>
              <a:spcBef>
                <a:spcPts val="0"/>
              </a:spcBef>
              <a:spcAft>
                <a:spcPts val="0"/>
              </a:spcAft>
              <a:buClrTx/>
              <a:buSzTx/>
              <a:buFontTx/>
              <a:buNone/>
              <a:defRPr/>
            </a:pPr>
            <a:r>
              <a:rPr lang="en-US" altLang="zh-CN" dirty="0"/>
              <a:t>【2】</a:t>
            </a:r>
            <a:r>
              <a:rPr lang="zh-CN" altLang="en-US" dirty="0"/>
              <a:t>面向数据异构性问题，基于前面研究内容中感知信息结构化表达和分布式缓存打下的基础，可以很好地实现聚类算法和知识蒸馏，</a:t>
            </a:r>
            <a:r>
              <a:rPr lang="zh-CN" altLang="en-US" sz="1000" b="0" i="0" kern="1200" dirty="0">
                <a:solidFill>
                  <a:schemeClr val="tx1"/>
                </a:solidFill>
                <a:effectLst/>
                <a:latin typeface="+mn-lt"/>
                <a:ea typeface="+mn-ea"/>
                <a:cs typeface="+mn-cs"/>
              </a:rPr>
              <a:t>实现全局</a:t>
            </a:r>
            <a:r>
              <a:rPr lang="en-US" altLang="zh-CN" sz="1000" b="0" i="0" kern="1200" dirty="0">
                <a:solidFill>
                  <a:schemeClr val="tx1"/>
                </a:solidFill>
                <a:effectLst/>
                <a:latin typeface="+mn-lt"/>
                <a:ea typeface="+mn-ea"/>
                <a:cs typeface="+mn-cs"/>
              </a:rPr>
              <a:t>AI</a:t>
            </a:r>
            <a:r>
              <a:rPr lang="zh-CN" altLang="en-US" sz="1000" b="0" i="0" kern="1200" dirty="0">
                <a:solidFill>
                  <a:schemeClr val="tx1"/>
                </a:solidFill>
                <a:effectLst/>
                <a:latin typeface="+mn-lt"/>
                <a:ea typeface="+mn-ea"/>
                <a:cs typeface="+mn-cs"/>
              </a:rPr>
              <a:t>模型的泛化能力与本地任务的个性化需求之间的平衡。</a:t>
            </a:r>
            <a:r>
              <a:rPr lang="zh-CN" altLang="en-US" dirty="0"/>
              <a:t> </a:t>
            </a:r>
            <a:br>
              <a:rPr lang="zh-CN" altLang="en-US" dirty="0"/>
            </a:br>
            <a:r>
              <a:rPr lang="en-US" altLang="zh-CN" dirty="0"/>
              <a:t>【3】</a:t>
            </a:r>
            <a:r>
              <a:rPr lang="zh-CN" altLang="en-US" dirty="0"/>
              <a:t>面向网络异构性影响，以信息内容特征为标签的索引方式可以更好地助力于多宿主多连接和跨网络推理迁移，实现业务服务均衡。</a:t>
            </a:r>
            <a:endParaRPr lang="en-US" altLang="zh-CN" dirty="0"/>
          </a:p>
          <a:p>
            <a:pPr marL="0" marR="0" indent="0" algn="l" defTabSz="779145" rtl="0" eaLnBrk="1" fontAlgn="auto" latinLnBrk="0" hangingPunct="1">
              <a:lnSpc>
                <a:spcPct val="100000"/>
              </a:lnSpc>
              <a:spcBef>
                <a:spcPts val="0"/>
              </a:spcBef>
              <a:spcAft>
                <a:spcPts val="0"/>
              </a:spcAft>
              <a:buClrTx/>
              <a:buSzTx/>
              <a:buFontTx/>
              <a:buNone/>
              <a:defRPr/>
            </a:pPr>
            <a:endParaRPr lang="en-US" altLang="zh-CN" dirty="0"/>
          </a:p>
        </p:txBody>
      </p:sp>
      <p:sp>
        <p:nvSpPr>
          <p:cNvPr id="4" name="灯片编号占位符 3"/>
          <p:cNvSpPr>
            <a:spLocks noGrp="1"/>
          </p:cNvSpPr>
          <p:nvPr>
            <p:ph type="sldNum" sz="quarter" idx="10"/>
          </p:nvPr>
        </p:nvSpPr>
        <p:spPr/>
        <p:txBody>
          <a:bodyPr/>
          <a:lstStyle/>
          <a:p>
            <a:fld id="{9C94A670-51BB-4CBE-9B75-BA8AEDCC1027}"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779145" rtl="0" eaLnBrk="1" fontAlgn="auto" latinLnBrk="0" hangingPunct="1">
              <a:lnSpc>
                <a:spcPct val="100000"/>
              </a:lnSpc>
              <a:spcBef>
                <a:spcPts val="0"/>
              </a:spcBef>
              <a:spcAft>
                <a:spcPts val="0"/>
              </a:spcAft>
              <a:buClrTx/>
              <a:buSzTx/>
              <a:buFontTx/>
              <a:buNone/>
              <a:defRPr/>
            </a:pPr>
            <a:r>
              <a:rPr lang="en-US" altLang="zh-CN" dirty="0"/>
              <a:t>【1】</a:t>
            </a:r>
            <a:r>
              <a:rPr lang="zh-CN" altLang="en-US" dirty="0"/>
              <a:t>研究内容四重点关注泛在算力优化问题。</a:t>
            </a:r>
            <a:endParaRPr lang="en-US" altLang="zh-CN" dirty="0"/>
          </a:p>
          <a:p>
            <a:pPr marL="0" marR="0" indent="0" algn="l" defTabSz="779145" rtl="0" eaLnBrk="1" fontAlgn="auto" latinLnBrk="0" hangingPunct="1">
              <a:lnSpc>
                <a:spcPct val="100000"/>
              </a:lnSpc>
              <a:spcBef>
                <a:spcPts val="0"/>
              </a:spcBef>
              <a:spcAft>
                <a:spcPts val="0"/>
              </a:spcAft>
              <a:buClrTx/>
              <a:buSzTx/>
              <a:buFontTx/>
              <a:buNone/>
              <a:defRPr/>
            </a:pPr>
            <a:r>
              <a:rPr lang="en-US" altLang="zh-CN" dirty="0"/>
              <a:t>【2】</a:t>
            </a:r>
            <a:r>
              <a:rPr lang="zh-CN" altLang="en-US" dirty="0"/>
              <a:t>一方面，基于信息中心网络的内容标识的特色，可以更好地区分业务优先级差异，实现弹性动态的</a:t>
            </a:r>
            <a:r>
              <a:rPr lang="en-US" altLang="zh-CN" dirty="0"/>
              <a:t>【</a:t>
            </a:r>
            <a:r>
              <a:rPr lang="zh-CN" altLang="en-US" dirty="0"/>
              <a:t>资源调度</a:t>
            </a:r>
            <a:r>
              <a:rPr lang="en-US" altLang="zh-CN" dirty="0"/>
              <a:t>】</a:t>
            </a:r>
            <a:r>
              <a:rPr lang="zh-CN" altLang="en-US" dirty="0"/>
              <a:t>优化</a:t>
            </a:r>
            <a:endParaRPr lang="en-US" altLang="zh-CN" dirty="0"/>
          </a:p>
          <a:p>
            <a:pPr marL="0" marR="0" indent="0" algn="l" defTabSz="779145" rtl="0" eaLnBrk="1" fontAlgn="auto" latinLnBrk="0" hangingPunct="1">
              <a:lnSpc>
                <a:spcPct val="100000"/>
              </a:lnSpc>
              <a:spcBef>
                <a:spcPts val="0"/>
              </a:spcBef>
              <a:spcAft>
                <a:spcPts val="0"/>
              </a:spcAft>
              <a:buClrTx/>
              <a:buSzTx/>
              <a:buFontTx/>
              <a:buNone/>
              <a:defRPr/>
            </a:pPr>
            <a:r>
              <a:rPr lang="en-US" altLang="zh-CN" dirty="0"/>
              <a:t>【3】</a:t>
            </a:r>
            <a:r>
              <a:rPr lang="zh-CN" altLang="en-US" dirty="0"/>
              <a:t>进一步的，基于算力</a:t>
            </a:r>
            <a:r>
              <a:rPr lang="zh-CN" altLang="en-US" sz="1000" b="0" i="0" kern="1200" dirty="0">
                <a:solidFill>
                  <a:schemeClr val="tx1"/>
                </a:solidFill>
                <a:effectLst/>
                <a:latin typeface="+mn-lt"/>
                <a:ea typeface="+mn-ea"/>
                <a:cs typeface="+mn-cs"/>
              </a:rPr>
              <a:t>资源与通信资源</a:t>
            </a:r>
            <a:r>
              <a:rPr lang="zh-CN" altLang="en-US" dirty="0"/>
              <a:t>的联合考量，针对算力</a:t>
            </a:r>
            <a:r>
              <a:rPr lang="zh-CN" altLang="en-US" sz="1000" b="0" i="0" kern="1200" dirty="0">
                <a:solidFill>
                  <a:schemeClr val="tx1"/>
                </a:solidFill>
                <a:effectLst/>
                <a:latin typeface="+mn-lt"/>
                <a:ea typeface="+mn-ea"/>
                <a:cs typeface="+mn-cs"/>
              </a:rPr>
              <a:t>任务的整体计算复杂度及传输数据量需求进行联合优化</a:t>
            </a:r>
            <a:r>
              <a:rPr lang="zh-CN" altLang="en-US" dirty="0"/>
              <a:t> ，实现泛在算力的</a:t>
            </a:r>
            <a:r>
              <a:rPr lang="en-US" altLang="zh-CN" dirty="0"/>
              <a:t>【</a:t>
            </a:r>
            <a:r>
              <a:rPr lang="zh-CN" altLang="en-US" dirty="0"/>
              <a:t>效能优化</a:t>
            </a:r>
            <a:r>
              <a:rPr lang="en-US" altLang="zh-CN" dirty="0"/>
              <a:t>】</a:t>
            </a:r>
            <a:endParaRPr lang="en-US" altLang="zh-CN" dirty="0"/>
          </a:p>
          <a:p>
            <a:pPr marL="0" marR="0" indent="0" algn="l" defTabSz="779145" rtl="0" eaLnBrk="1" fontAlgn="auto" latinLnBrk="0" hangingPunct="1">
              <a:lnSpc>
                <a:spcPct val="100000"/>
              </a:lnSpc>
              <a:spcBef>
                <a:spcPts val="0"/>
              </a:spcBef>
              <a:spcAft>
                <a:spcPts val="0"/>
              </a:spcAft>
              <a:buClrTx/>
              <a:buSzTx/>
              <a:buFontTx/>
              <a:buNone/>
              <a:defRPr/>
            </a:pPr>
            <a:endParaRPr lang="en-US" altLang="zh-CN" dirty="0"/>
          </a:p>
        </p:txBody>
      </p:sp>
      <p:sp>
        <p:nvSpPr>
          <p:cNvPr id="4" name="灯片编号占位符 3"/>
          <p:cNvSpPr>
            <a:spLocks noGrp="1"/>
          </p:cNvSpPr>
          <p:nvPr>
            <p:ph type="sldNum" sz="quarter" idx="10"/>
          </p:nvPr>
        </p:nvSpPr>
        <p:spPr/>
        <p:txBody>
          <a:bodyPr/>
          <a:lstStyle/>
          <a:p>
            <a:fld id="{9C94A670-51BB-4CBE-9B75-BA8AEDCC1027}"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2" name="文本框 1"/>
          <p:cNvSpPr txBox="1"/>
          <p:nvPr userDrawn="1"/>
        </p:nvSpPr>
        <p:spPr>
          <a:xfrm>
            <a:off x="8784000" y="4873501"/>
            <a:ext cx="360000" cy="207749"/>
          </a:xfrm>
          <a:prstGeom prst="rect">
            <a:avLst/>
          </a:prstGeom>
          <a:solidFill>
            <a:schemeClr val="accent1">
              <a:lumMod val="75000"/>
            </a:schemeClr>
          </a:solidFill>
        </p:spPr>
        <p:txBody>
          <a:bodyPr wrap="square" lIns="0" tIns="0" rIns="0" bIns="0" rtlCol="0">
            <a:spAutoFit/>
          </a:bodyPr>
          <a:lstStyle/>
          <a:p>
            <a:pPr defTabSz="685800"/>
            <a:endParaRPr lang="zh-CN" altLang="en-US" sz="1350" dirty="0">
              <a:solidFill>
                <a:prstClr val="black"/>
              </a:solidFill>
            </a:endParaRPr>
          </a:p>
        </p:txBody>
      </p:sp>
      <p:sp>
        <p:nvSpPr>
          <p:cNvPr id="4" name="日期占位符 3"/>
          <p:cNvSpPr>
            <a:spLocks noGrp="1"/>
          </p:cNvSpPr>
          <p:nvPr>
            <p:ph type="dt" sz="half" idx="10"/>
          </p:nvPr>
        </p:nvSpPr>
        <p:spPr>
          <a:xfrm>
            <a:off x="457200" y="4767267"/>
            <a:ext cx="2133600" cy="273844"/>
          </a:xfrm>
          <a:prstGeom prst="rect">
            <a:avLst/>
          </a:prstGeom>
        </p:spPr>
        <p:txBody>
          <a:bodyPr/>
          <a:lstStyle/>
          <a:p>
            <a:pPr defTabSz="685800"/>
            <a:fld id="{1F3E8841-4E11-49E8-9C0E-63929F4B2832}" type="datetime1">
              <a:rPr lang="zh-CN" altLang="en-US" sz="1350" smtClean="0">
                <a:solidFill>
                  <a:prstClr val="black">
                    <a:tint val="75000"/>
                  </a:prstClr>
                </a:solidFill>
              </a:rPr>
            </a:fld>
            <a:endParaRPr lang="zh-CN" altLang="en-US" sz="1350">
              <a:solidFill>
                <a:prstClr val="black">
                  <a:tint val="75000"/>
                </a:prstClr>
              </a:solidFill>
            </a:endParaRPr>
          </a:p>
        </p:txBody>
      </p:sp>
      <p:sp>
        <p:nvSpPr>
          <p:cNvPr id="5" name="页脚占位符 4"/>
          <p:cNvSpPr>
            <a:spLocks noGrp="1"/>
          </p:cNvSpPr>
          <p:nvPr>
            <p:ph type="ftr" sz="quarter" idx="11"/>
          </p:nvPr>
        </p:nvSpPr>
        <p:spPr>
          <a:xfrm>
            <a:off x="3124200" y="4767267"/>
            <a:ext cx="2895600" cy="273844"/>
          </a:xfrm>
          <a:prstGeom prst="rect">
            <a:avLst/>
          </a:prstGeom>
        </p:spPr>
        <p:txBody>
          <a:bodyPr/>
          <a:lstStyle/>
          <a:p>
            <a:pPr defTabSz="685800"/>
            <a:endParaRPr lang="zh-CN" altLang="en-US" sz="1350">
              <a:solidFill>
                <a:prstClr val="black">
                  <a:tint val="75000"/>
                </a:prstClr>
              </a:solidFill>
            </a:endParaRPr>
          </a:p>
        </p:txBody>
      </p:sp>
      <p:sp>
        <p:nvSpPr>
          <p:cNvPr id="6" name="灯片编号占位符 5"/>
          <p:cNvSpPr>
            <a:spLocks noGrp="1"/>
          </p:cNvSpPr>
          <p:nvPr>
            <p:ph type="sldNum" sz="quarter" idx="12"/>
          </p:nvPr>
        </p:nvSpPr>
        <p:spPr>
          <a:xfrm>
            <a:off x="8766073" y="4904189"/>
            <a:ext cx="327292" cy="240797"/>
          </a:xfrm>
          <a:prstGeom prst="rect">
            <a:avLst/>
          </a:prstGeom>
        </p:spPr>
        <p:txBody>
          <a:bodyPr lIns="0" tIns="0" rIns="0" bIns="0"/>
          <a:lstStyle>
            <a:lvl1pPr algn="r">
              <a:defRPr sz="1200" b="1">
                <a:solidFill>
                  <a:schemeClr val="bg1"/>
                </a:solidFill>
              </a:defRPr>
            </a:lvl1pPr>
          </a:lstStyle>
          <a:p>
            <a:pPr defTabSz="685800"/>
            <a:fld id="{7F01E733-6E96-4498-9739-2E72CB1EB19B}" type="slidenum">
              <a:rPr lang="zh-CN" altLang="en-US" smtClean="0">
                <a:solidFill>
                  <a:prstClr val="white"/>
                </a:solidFill>
              </a:rPr>
            </a:fld>
            <a:endParaRPr lang="zh-CN" altLang="en-US" dirty="0">
              <a:solidFill>
                <a:prstClr val="white"/>
              </a:solidFill>
            </a:endParaRPr>
          </a:p>
        </p:txBody>
      </p:sp>
      <p:cxnSp>
        <p:nvCxnSpPr>
          <p:cNvPr id="17" name="直接连接符 16"/>
          <p:cNvCxnSpPr/>
          <p:nvPr userDrawn="1"/>
        </p:nvCxnSpPr>
        <p:spPr>
          <a:xfrm>
            <a:off x="0" y="610621"/>
            <a:ext cx="9144000" cy="0"/>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文本框 1"/>
          <p:cNvSpPr txBox="1"/>
          <p:nvPr userDrawn="1"/>
        </p:nvSpPr>
        <p:spPr>
          <a:xfrm>
            <a:off x="8784000" y="4873501"/>
            <a:ext cx="360000" cy="207749"/>
          </a:xfrm>
          <a:prstGeom prst="rect">
            <a:avLst/>
          </a:prstGeom>
          <a:solidFill>
            <a:schemeClr val="accent1">
              <a:lumMod val="75000"/>
            </a:schemeClr>
          </a:solidFill>
        </p:spPr>
        <p:txBody>
          <a:bodyPr wrap="square" lIns="0" tIns="0" rIns="0" bIns="0" rtlCol="0">
            <a:spAutoFit/>
          </a:bodyPr>
          <a:lstStyle/>
          <a:p>
            <a:pPr defTabSz="685800"/>
            <a:endParaRPr lang="zh-CN" altLang="en-US" sz="1350" dirty="0">
              <a:solidFill>
                <a:prstClr val="black"/>
              </a:solidFill>
            </a:endParaRPr>
          </a:p>
        </p:txBody>
      </p:sp>
      <p:sp>
        <p:nvSpPr>
          <p:cNvPr id="4" name="日期占位符 3"/>
          <p:cNvSpPr>
            <a:spLocks noGrp="1"/>
          </p:cNvSpPr>
          <p:nvPr>
            <p:ph type="dt" sz="half" idx="10"/>
          </p:nvPr>
        </p:nvSpPr>
        <p:spPr>
          <a:xfrm>
            <a:off x="457200" y="4767267"/>
            <a:ext cx="2133600" cy="273844"/>
          </a:xfrm>
          <a:prstGeom prst="rect">
            <a:avLst/>
          </a:prstGeom>
        </p:spPr>
        <p:txBody>
          <a:bodyPr/>
          <a:lstStyle/>
          <a:p>
            <a:pPr defTabSz="685800"/>
            <a:fld id="{1F3E8841-4E11-49E8-9C0E-63929F4B2832}" type="datetime1">
              <a:rPr lang="zh-CN" altLang="en-US" sz="1350" smtClean="0">
                <a:solidFill>
                  <a:prstClr val="black">
                    <a:tint val="75000"/>
                  </a:prstClr>
                </a:solidFill>
              </a:rPr>
            </a:fld>
            <a:endParaRPr lang="zh-CN" altLang="en-US" sz="1350">
              <a:solidFill>
                <a:prstClr val="black">
                  <a:tint val="75000"/>
                </a:prstClr>
              </a:solidFill>
            </a:endParaRPr>
          </a:p>
        </p:txBody>
      </p:sp>
      <p:sp>
        <p:nvSpPr>
          <p:cNvPr id="5" name="页脚占位符 4"/>
          <p:cNvSpPr>
            <a:spLocks noGrp="1"/>
          </p:cNvSpPr>
          <p:nvPr>
            <p:ph type="ftr" sz="quarter" idx="11"/>
          </p:nvPr>
        </p:nvSpPr>
        <p:spPr>
          <a:xfrm>
            <a:off x="3124200" y="4767267"/>
            <a:ext cx="2895600" cy="273844"/>
          </a:xfrm>
          <a:prstGeom prst="rect">
            <a:avLst/>
          </a:prstGeom>
        </p:spPr>
        <p:txBody>
          <a:bodyPr/>
          <a:lstStyle/>
          <a:p>
            <a:pPr defTabSz="685800"/>
            <a:endParaRPr lang="zh-CN" altLang="en-US" sz="1350">
              <a:solidFill>
                <a:prstClr val="black">
                  <a:tint val="75000"/>
                </a:prstClr>
              </a:solidFill>
            </a:endParaRPr>
          </a:p>
        </p:txBody>
      </p:sp>
      <p:sp>
        <p:nvSpPr>
          <p:cNvPr id="6" name="灯片编号占位符 5"/>
          <p:cNvSpPr>
            <a:spLocks noGrp="1"/>
          </p:cNvSpPr>
          <p:nvPr>
            <p:ph type="sldNum" sz="quarter" idx="12"/>
          </p:nvPr>
        </p:nvSpPr>
        <p:spPr>
          <a:xfrm>
            <a:off x="8766073" y="4904189"/>
            <a:ext cx="327292" cy="240797"/>
          </a:xfrm>
          <a:prstGeom prst="rect">
            <a:avLst/>
          </a:prstGeom>
        </p:spPr>
        <p:txBody>
          <a:bodyPr lIns="0" tIns="0" rIns="0" bIns="0"/>
          <a:lstStyle>
            <a:lvl1pPr algn="r">
              <a:defRPr sz="1200" b="1">
                <a:solidFill>
                  <a:schemeClr val="bg1"/>
                </a:solidFill>
              </a:defRPr>
            </a:lvl1pPr>
          </a:lstStyle>
          <a:p>
            <a:pPr defTabSz="685800"/>
            <a:fld id="{7F01E733-6E96-4498-9739-2E72CB1EB19B}" type="slidenum">
              <a:rPr lang="zh-CN" altLang="en-US" smtClean="0">
                <a:solidFill>
                  <a:prstClr val="white"/>
                </a:solidFill>
              </a:rPr>
            </a:fld>
            <a:endParaRPr lang="zh-CN" altLang="en-US" dirty="0">
              <a:solidFill>
                <a:prstClr val="white"/>
              </a:solidFill>
            </a:endParaRPr>
          </a:p>
        </p:txBody>
      </p:sp>
      <p:grpSp>
        <p:nvGrpSpPr>
          <p:cNvPr id="12" name="组合 11"/>
          <p:cNvGrpSpPr/>
          <p:nvPr userDrawn="1"/>
        </p:nvGrpSpPr>
        <p:grpSpPr>
          <a:xfrm>
            <a:off x="-1" y="213292"/>
            <a:ext cx="4572001" cy="397329"/>
            <a:chOff x="0" y="284389"/>
            <a:chExt cx="1692275" cy="529772"/>
          </a:xfrm>
        </p:grpSpPr>
        <p:sp>
          <p:nvSpPr>
            <p:cNvPr id="13" name="矩形 12"/>
            <p:cNvSpPr/>
            <p:nvPr/>
          </p:nvSpPr>
          <p:spPr>
            <a:xfrm>
              <a:off x="0" y="284389"/>
              <a:ext cx="1511300" cy="52977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800" b="1" dirty="0">
                <a:solidFill>
                  <a:prstClr val="white"/>
                </a:solidFill>
                <a:sym typeface="Arial" panose="020B0604020202090204" pitchFamily="34" charset="0"/>
              </a:endParaRPr>
            </a:p>
          </p:txBody>
        </p:sp>
        <p:sp>
          <p:nvSpPr>
            <p:cNvPr id="14" name="矩形 13"/>
            <p:cNvSpPr/>
            <p:nvPr/>
          </p:nvSpPr>
          <p:spPr>
            <a:xfrm>
              <a:off x="1577975" y="284389"/>
              <a:ext cx="114300" cy="52977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800" b="1" dirty="0">
                <a:solidFill>
                  <a:prstClr val="white"/>
                </a:solidFill>
                <a:sym typeface="Arial" panose="020B0604020202090204" pitchFamily="34" charset="0"/>
              </a:endParaRPr>
            </a:p>
          </p:txBody>
        </p:sp>
      </p:grpSp>
      <p:cxnSp>
        <p:nvCxnSpPr>
          <p:cNvPr id="17" name="直接连接符 16"/>
          <p:cNvCxnSpPr/>
          <p:nvPr userDrawn="1"/>
        </p:nvCxnSpPr>
        <p:spPr>
          <a:xfrm>
            <a:off x="0" y="610621"/>
            <a:ext cx="9144000" cy="0"/>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文本占位符 2"/>
          <p:cNvSpPr>
            <a:spLocks noGrp="1"/>
          </p:cNvSpPr>
          <p:nvPr>
            <p:ph type="body" idx="13" hasCustomPrompt="1"/>
          </p:nvPr>
        </p:nvSpPr>
        <p:spPr>
          <a:xfrm>
            <a:off x="-30" y="214296"/>
            <a:ext cx="2286014" cy="372665"/>
          </a:xfrm>
          <a:prstGeom prst="rect">
            <a:avLst/>
          </a:prstGeom>
        </p:spPr>
        <p:txBody>
          <a:bodyPr anchor="b"/>
          <a:lstStyle>
            <a:lvl1pPr marL="0" indent="0">
              <a:buNone/>
              <a:defRPr sz="1800" b="1">
                <a:solidFill>
                  <a:schemeClr val="bg1"/>
                </a:solidFill>
                <a:latin typeface="微软雅黑" panose="020B0503020204020204" pitchFamily="34" charset="-122"/>
                <a:ea typeface="微软雅黑" panose="020B0503020204020204" pitchFamily="34" charset="-122"/>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a:t>
            </a:r>
            <a:endParaRPr lang="zh-CN" altLang="en-US" dirty="0"/>
          </a:p>
        </p:txBody>
      </p:sp>
      <p:sp>
        <p:nvSpPr>
          <p:cNvPr id="19" name="文本占位符 2"/>
          <p:cNvSpPr>
            <a:spLocks noGrp="1"/>
          </p:cNvSpPr>
          <p:nvPr>
            <p:ph type="body" idx="14" hasCustomPrompt="1"/>
          </p:nvPr>
        </p:nvSpPr>
        <p:spPr>
          <a:xfrm>
            <a:off x="4572001" y="214296"/>
            <a:ext cx="4357718" cy="372665"/>
          </a:xfrm>
          <a:prstGeom prst="rect">
            <a:avLst/>
          </a:prstGeom>
        </p:spPr>
        <p:txBody>
          <a:bodyPr anchor="b">
            <a:noAutofit/>
          </a:bodyPr>
          <a:lstStyle>
            <a:lvl1pPr marL="0" indent="0" algn="r">
              <a:buNone/>
              <a:defRPr lang="zh-CN" altLang="en-US" sz="2700" b="1" kern="1200" dirty="0" smtClean="0">
                <a:solidFill>
                  <a:srgbClr val="0070C0"/>
                </a:solidFill>
                <a:latin typeface="Arial" panose="020B0604020202090204" pitchFamily="34" charset="0"/>
                <a:ea typeface="微软雅黑" panose="020B0503020204020204" pitchFamily="34" charset="-122"/>
                <a:cs typeface="+mn-cs"/>
                <a:sym typeface="Arial" panose="020B0604020202090204" pitchFamily="34" charset="0"/>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a:t>
            </a:r>
            <a:endParaRPr lang="zh-CN" altLang="en-US" dirty="0"/>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a:t>单击此处编辑母版副标题样式</a:t>
            </a:r>
            <a:endParaRPr lang="zh-CN" altLang="en-US"/>
          </a:p>
        </p:txBody>
      </p:sp>
      <p:sp>
        <p:nvSpPr>
          <p:cNvPr id="4" name="Rectangle 4"/>
          <p:cNvSpPr>
            <a:spLocks noGrp="1" noChangeArrowheads="1"/>
          </p:cNvSpPr>
          <p:nvPr>
            <p:ph type="dt" sz="half" idx="10"/>
          </p:nvPr>
        </p:nvSpPr>
        <p:spPr/>
        <p:txBody>
          <a:bodyPr/>
          <a:lstStyle>
            <a:lvl1pPr>
              <a:defRPr/>
            </a:lvl1pPr>
          </a:lstStyle>
          <a:p>
            <a:pPr defTabSz="685800">
              <a:defRPr/>
            </a:pPr>
            <a:endParaRPr lang="en-US" altLang="zh-CN" sz="1350">
              <a:solidFill>
                <a:prstClr val="black"/>
              </a:solidFill>
            </a:endParaRPr>
          </a:p>
        </p:txBody>
      </p:sp>
      <p:sp>
        <p:nvSpPr>
          <p:cNvPr id="5" name="Rectangle 5"/>
          <p:cNvSpPr>
            <a:spLocks noGrp="1" noChangeArrowheads="1"/>
          </p:cNvSpPr>
          <p:nvPr>
            <p:ph type="ftr" sz="quarter" idx="11"/>
          </p:nvPr>
        </p:nvSpPr>
        <p:spPr/>
        <p:txBody>
          <a:bodyPr/>
          <a:lstStyle>
            <a:lvl1pPr>
              <a:defRPr/>
            </a:lvl1pPr>
          </a:lstStyle>
          <a:p>
            <a:pPr defTabSz="685800">
              <a:defRPr/>
            </a:pPr>
            <a:endParaRPr lang="en-US" altLang="zh-CN" sz="1350">
              <a:solidFill>
                <a:prstClr val="black"/>
              </a:solidFill>
            </a:endParaRPr>
          </a:p>
        </p:txBody>
      </p:sp>
      <p:sp>
        <p:nvSpPr>
          <p:cNvPr id="6" name="Rectangle 6"/>
          <p:cNvSpPr>
            <a:spLocks noGrp="1" noChangeArrowheads="1"/>
          </p:cNvSpPr>
          <p:nvPr>
            <p:ph type="sldNum" sz="quarter" idx="12"/>
          </p:nvPr>
        </p:nvSpPr>
        <p:spPr/>
        <p:txBody>
          <a:bodyPr/>
          <a:lstStyle>
            <a:lvl1pPr>
              <a:defRPr/>
            </a:lvl1pPr>
          </a:lstStyle>
          <a:p>
            <a:pPr defTabSz="685800">
              <a:defRPr/>
            </a:pPr>
            <a:fld id="{EE068A7A-F998-4B61-AD21-90EA3450A5AE}" type="slidenum">
              <a:rPr lang="en-US" altLang="zh-CN" sz="1350" smtClean="0">
                <a:solidFill>
                  <a:prstClr val="black"/>
                </a:solidFill>
              </a:rPr>
            </a:fld>
            <a:endParaRPr lang="en-US" altLang="zh-CN" sz="1350">
              <a:solidFill>
                <a:prstClr val="black"/>
              </a:solidFill>
            </a:endParaRPr>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2" name="文本框 1"/>
          <p:cNvSpPr txBox="1"/>
          <p:nvPr userDrawn="1"/>
        </p:nvSpPr>
        <p:spPr>
          <a:xfrm>
            <a:off x="8784000" y="4873501"/>
            <a:ext cx="360000" cy="207749"/>
          </a:xfrm>
          <a:prstGeom prst="rect">
            <a:avLst/>
          </a:prstGeom>
          <a:solidFill>
            <a:schemeClr val="accent1">
              <a:lumMod val="75000"/>
            </a:schemeClr>
          </a:solidFill>
        </p:spPr>
        <p:txBody>
          <a:bodyPr wrap="square" lIns="0" tIns="0" rIns="0" bIns="0" rtlCol="0">
            <a:spAutoFit/>
          </a:bodyPr>
          <a:lstStyle/>
          <a:p>
            <a:pPr defTabSz="685800"/>
            <a:endParaRPr lang="zh-CN" altLang="en-US" sz="1350" dirty="0">
              <a:solidFill>
                <a:prstClr val="black"/>
              </a:solidFill>
            </a:endParaRPr>
          </a:p>
        </p:txBody>
      </p:sp>
      <p:sp>
        <p:nvSpPr>
          <p:cNvPr id="4" name="日期占位符 3"/>
          <p:cNvSpPr>
            <a:spLocks noGrp="1"/>
          </p:cNvSpPr>
          <p:nvPr>
            <p:ph type="dt" sz="half" idx="10"/>
          </p:nvPr>
        </p:nvSpPr>
        <p:spPr>
          <a:xfrm>
            <a:off x="457200" y="4767267"/>
            <a:ext cx="2133600" cy="273844"/>
          </a:xfrm>
          <a:prstGeom prst="rect">
            <a:avLst/>
          </a:prstGeom>
        </p:spPr>
        <p:txBody>
          <a:bodyPr/>
          <a:lstStyle/>
          <a:p>
            <a:pPr defTabSz="685800"/>
            <a:fld id="{1F3E8841-4E11-49E8-9C0E-63929F4B2832}" type="datetime1">
              <a:rPr lang="zh-CN" altLang="en-US" sz="1350" smtClean="0">
                <a:solidFill>
                  <a:prstClr val="black">
                    <a:tint val="75000"/>
                  </a:prstClr>
                </a:solidFill>
              </a:rPr>
            </a:fld>
            <a:endParaRPr lang="zh-CN" altLang="en-US" sz="1350">
              <a:solidFill>
                <a:prstClr val="black">
                  <a:tint val="75000"/>
                </a:prstClr>
              </a:solidFill>
            </a:endParaRPr>
          </a:p>
        </p:txBody>
      </p:sp>
      <p:sp>
        <p:nvSpPr>
          <p:cNvPr id="5" name="页脚占位符 4"/>
          <p:cNvSpPr>
            <a:spLocks noGrp="1"/>
          </p:cNvSpPr>
          <p:nvPr>
            <p:ph type="ftr" sz="quarter" idx="11"/>
          </p:nvPr>
        </p:nvSpPr>
        <p:spPr>
          <a:xfrm>
            <a:off x="3124200" y="4767267"/>
            <a:ext cx="2895600" cy="273844"/>
          </a:xfrm>
          <a:prstGeom prst="rect">
            <a:avLst/>
          </a:prstGeom>
        </p:spPr>
        <p:txBody>
          <a:bodyPr/>
          <a:lstStyle/>
          <a:p>
            <a:pPr defTabSz="685800"/>
            <a:endParaRPr lang="zh-CN" altLang="en-US" sz="1350">
              <a:solidFill>
                <a:prstClr val="black">
                  <a:tint val="75000"/>
                </a:prstClr>
              </a:solidFill>
            </a:endParaRPr>
          </a:p>
        </p:txBody>
      </p:sp>
      <p:sp>
        <p:nvSpPr>
          <p:cNvPr id="6" name="灯片编号占位符 5"/>
          <p:cNvSpPr>
            <a:spLocks noGrp="1"/>
          </p:cNvSpPr>
          <p:nvPr>
            <p:ph type="sldNum" sz="quarter" idx="12"/>
          </p:nvPr>
        </p:nvSpPr>
        <p:spPr>
          <a:xfrm>
            <a:off x="8766073" y="4904189"/>
            <a:ext cx="327292" cy="240797"/>
          </a:xfrm>
          <a:prstGeom prst="rect">
            <a:avLst/>
          </a:prstGeom>
        </p:spPr>
        <p:txBody>
          <a:bodyPr lIns="0" tIns="0" rIns="0" bIns="0"/>
          <a:lstStyle>
            <a:lvl1pPr algn="r">
              <a:defRPr sz="1200" b="1">
                <a:solidFill>
                  <a:schemeClr val="bg1"/>
                </a:solidFill>
              </a:defRPr>
            </a:lvl1pPr>
          </a:lstStyle>
          <a:p>
            <a:pPr defTabSz="685800"/>
            <a:fld id="{7F01E733-6E96-4498-9739-2E72CB1EB19B}" type="slidenum">
              <a:rPr lang="zh-CN" altLang="en-US" smtClean="0">
                <a:solidFill>
                  <a:prstClr val="white"/>
                </a:solidFill>
              </a:rPr>
            </a:fld>
            <a:endParaRPr lang="zh-CN" altLang="en-US" dirty="0">
              <a:solidFill>
                <a:prstClr val="white"/>
              </a:solidFill>
            </a:endParaRPr>
          </a:p>
        </p:txBody>
      </p:sp>
      <p:cxnSp>
        <p:nvCxnSpPr>
          <p:cNvPr id="17" name="直接连接符 16"/>
          <p:cNvCxnSpPr/>
          <p:nvPr userDrawn="1"/>
        </p:nvCxnSpPr>
        <p:spPr>
          <a:xfrm>
            <a:off x="0" y="610621"/>
            <a:ext cx="9144000" cy="0"/>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文本框 1"/>
          <p:cNvSpPr txBox="1"/>
          <p:nvPr userDrawn="1"/>
        </p:nvSpPr>
        <p:spPr>
          <a:xfrm>
            <a:off x="8784000" y="4873501"/>
            <a:ext cx="360000" cy="207749"/>
          </a:xfrm>
          <a:prstGeom prst="rect">
            <a:avLst/>
          </a:prstGeom>
          <a:solidFill>
            <a:schemeClr val="accent1">
              <a:lumMod val="75000"/>
            </a:schemeClr>
          </a:solidFill>
        </p:spPr>
        <p:txBody>
          <a:bodyPr wrap="square" lIns="0" tIns="0" rIns="0" bIns="0" rtlCol="0">
            <a:spAutoFit/>
          </a:bodyPr>
          <a:lstStyle/>
          <a:p>
            <a:pPr defTabSz="685800"/>
            <a:endParaRPr lang="zh-CN" altLang="en-US" sz="1350" dirty="0">
              <a:solidFill>
                <a:prstClr val="black"/>
              </a:solidFill>
            </a:endParaRPr>
          </a:p>
        </p:txBody>
      </p:sp>
      <p:sp>
        <p:nvSpPr>
          <p:cNvPr id="4" name="日期占位符 3"/>
          <p:cNvSpPr>
            <a:spLocks noGrp="1"/>
          </p:cNvSpPr>
          <p:nvPr>
            <p:ph type="dt" sz="half" idx="10"/>
          </p:nvPr>
        </p:nvSpPr>
        <p:spPr>
          <a:xfrm>
            <a:off x="457200" y="4767267"/>
            <a:ext cx="2133600" cy="273844"/>
          </a:xfrm>
          <a:prstGeom prst="rect">
            <a:avLst/>
          </a:prstGeom>
        </p:spPr>
        <p:txBody>
          <a:bodyPr/>
          <a:lstStyle/>
          <a:p>
            <a:pPr defTabSz="685800"/>
            <a:fld id="{1F3E8841-4E11-49E8-9C0E-63929F4B2832}" type="datetime1">
              <a:rPr lang="zh-CN" altLang="en-US" sz="1350" smtClean="0">
                <a:solidFill>
                  <a:prstClr val="black">
                    <a:tint val="75000"/>
                  </a:prstClr>
                </a:solidFill>
              </a:rPr>
            </a:fld>
            <a:endParaRPr lang="zh-CN" altLang="en-US" sz="1350">
              <a:solidFill>
                <a:prstClr val="black">
                  <a:tint val="75000"/>
                </a:prstClr>
              </a:solidFill>
            </a:endParaRPr>
          </a:p>
        </p:txBody>
      </p:sp>
      <p:sp>
        <p:nvSpPr>
          <p:cNvPr id="5" name="页脚占位符 4"/>
          <p:cNvSpPr>
            <a:spLocks noGrp="1"/>
          </p:cNvSpPr>
          <p:nvPr>
            <p:ph type="ftr" sz="quarter" idx="11"/>
          </p:nvPr>
        </p:nvSpPr>
        <p:spPr>
          <a:xfrm>
            <a:off x="3124200" y="4767267"/>
            <a:ext cx="2895600" cy="273844"/>
          </a:xfrm>
          <a:prstGeom prst="rect">
            <a:avLst/>
          </a:prstGeom>
        </p:spPr>
        <p:txBody>
          <a:bodyPr/>
          <a:lstStyle/>
          <a:p>
            <a:pPr defTabSz="685800"/>
            <a:endParaRPr lang="zh-CN" altLang="en-US" sz="1350">
              <a:solidFill>
                <a:prstClr val="black">
                  <a:tint val="75000"/>
                </a:prstClr>
              </a:solidFill>
            </a:endParaRPr>
          </a:p>
        </p:txBody>
      </p:sp>
      <p:sp>
        <p:nvSpPr>
          <p:cNvPr id="6" name="灯片编号占位符 5"/>
          <p:cNvSpPr>
            <a:spLocks noGrp="1"/>
          </p:cNvSpPr>
          <p:nvPr>
            <p:ph type="sldNum" sz="quarter" idx="12"/>
          </p:nvPr>
        </p:nvSpPr>
        <p:spPr>
          <a:xfrm>
            <a:off x="8766073" y="4904189"/>
            <a:ext cx="327292" cy="240797"/>
          </a:xfrm>
          <a:prstGeom prst="rect">
            <a:avLst/>
          </a:prstGeom>
        </p:spPr>
        <p:txBody>
          <a:bodyPr lIns="0" tIns="0" rIns="0" bIns="0"/>
          <a:lstStyle>
            <a:lvl1pPr algn="r">
              <a:defRPr sz="1200" b="1">
                <a:solidFill>
                  <a:schemeClr val="bg1"/>
                </a:solidFill>
              </a:defRPr>
            </a:lvl1pPr>
          </a:lstStyle>
          <a:p>
            <a:pPr defTabSz="685800"/>
            <a:fld id="{7F01E733-6E96-4498-9739-2E72CB1EB19B}" type="slidenum">
              <a:rPr lang="zh-CN" altLang="en-US" smtClean="0">
                <a:solidFill>
                  <a:prstClr val="white"/>
                </a:solidFill>
              </a:rPr>
            </a:fld>
            <a:endParaRPr lang="zh-CN" altLang="en-US" dirty="0">
              <a:solidFill>
                <a:prstClr val="white"/>
              </a:solidFill>
            </a:endParaRPr>
          </a:p>
        </p:txBody>
      </p:sp>
      <p:grpSp>
        <p:nvGrpSpPr>
          <p:cNvPr id="12" name="组合 11"/>
          <p:cNvGrpSpPr/>
          <p:nvPr userDrawn="1"/>
        </p:nvGrpSpPr>
        <p:grpSpPr>
          <a:xfrm>
            <a:off x="-1" y="213292"/>
            <a:ext cx="4572001" cy="397329"/>
            <a:chOff x="0" y="284389"/>
            <a:chExt cx="1692275" cy="529772"/>
          </a:xfrm>
        </p:grpSpPr>
        <p:sp>
          <p:nvSpPr>
            <p:cNvPr id="13" name="矩形 12"/>
            <p:cNvSpPr/>
            <p:nvPr/>
          </p:nvSpPr>
          <p:spPr>
            <a:xfrm>
              <a:off x="0" y="284389"/>
              <a:ext cx="1511300" cy="52977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800" b="1" dirty="0">
                <a:solidFill>
                  <a:prstClr val="white"/>
                </a:solidFill>
                <a:sym typeface="Arial" panose="020B0604020202090204" pitchFamily="34" charset="0"/>
              </a:endParaRPr>
            </a:p>
          </p:txBody>
        </p:sp>
        <p:sp>
          <p:nvSpPr>
            <p:cNvPr id="14" name="矩形 13"/>
            <p:cNvSpPr/>
            <p:nvPr/>
          </p:nvSpPr>
          <p:spPr>
            <a:xfrm>
              <a:off x="1577975" y="284389"/>
              <a:ext cx="114300" cy="52977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800" b="1" dirty="0">
                <a:solidFill>
                  <a:prstClr val="white"/>
                </a:solidFill>
                <a:sym typeface="Arial" panose="020B0604020202090204" pitchFamily="34" charset="0"/>
              </a:endParaRPr>
            </a:p>
          </p:txBody>
        </p:sp>
      </p:grpSp>
      <p:cxnSp>
        <p:nvCxnSpPr>
          <p:cNvPr id="17" name="直接连接符 16"/>
          <p:cNvCxnSpPr/>
          <p:nvPr userDrawn="1"/>
        </p:nvCxnSpPr>
        <p:spPr>
          <a:xfrm>
            <a:off x="0" y="610621"/>
            <a:ext cx="9144000" cy="0"/>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文本占位符 2"/>
          <p:cNvSpPr>
            <a:spLocks noGrp="1"/>
          </p:cNvSpPr>
          <p:nvPr>
            <p:ph type="body" idx="13" hasCustomPrompt="1"/>
          </p:nvPr>
        </p:nvSpPr>
        <p:spPr>
          <a:xfrm>
            <a:off x="-30" y="214296"/>
            <a:ext cx="2286014" cy="372665"/>
          </a:xfrm>
          <a:prstGeom prst="rect">
            <a:avLst/>
          </a:prstGeom>
        </p:spPr>
        <p:txBody>
          <a:bodyPr anchor="b"/>
          <a:lstStyle>
            <a:lvl1pPr marL="0" indent="0">
              <a:buNone/>
              <a:defRPr sz="1800" b="1">
                <a:solidFill>
                  <a:schemeClr val="bg1"/>
                </a:solidFill>
                <a:latin typeface="微软雅黑" panose="020B0503020204020204" pitchFamily="34" charset="-122"/>
                <a:ea typeface="微软雅黑" panose="020B0503020204020204" pitchFamily="34" charset="-122"/>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a:t>
            </a:r>
            <a:endParaRPr lang="zh-CN" altLang="en-US" dirty="0"/>
          </a:p>
        </p:txBody>
      </p:sp>
      <p:sp>
        <p:nvSpPr>
          <p:cNvPr id="19" name="文本占位符 2"/>
          <p:cNvSpPr>
            <a:spLocks noGrp="1"/>
          </p:cNvSpPr>
          <p:nvPr>
            <p:ph type="body" idx="14" hasCustomPrompt="1"/>
          </p:nvPr>
        </p:nvSpPr>
        <p:spPr>
          <a:xfrm>
            <a:off x="4572001" y="214296"/>
            <a:ext cx="4357718" cy="372665"/>
          </a:xfrm>
          <a:prstGeom prst="rect">
            <a:avLst/>
          </a:prstGeom>
        </p:spPr>
        <p:txBody>
          <a:bodyPr anchor="b">
            <a:noAutofit/>
          </a:bodyPr>
          <a:lstStyle>
            <a:lvl1pPr marL="0" indent="0" algn="r">
              <a:buNone/>
              <a:defRPr lang="zh-CN" altLang="en-US" sz="2700" b="1" kern="1200" dirty="0" smtClean="0">
                <a:solidFill>
                  <a:srgbClr val="0070C0"/>
                </a:solidFill>
                <a:latin typeface="Arial" panose="020B0604020202090204" pitchFamily="34" charset="0"/>
                <a:ea typeface="微软雅黑" panose="020B0503020204020204" pitchFamily="34" charset="-122"/>
                <a:cs typeface="+mn-cs"/>
                <a:sym typeface="Arial" panose="020B0604020202090204" pitchFamily="34" charset="0"/>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a:t>
            </a:r>
            <a:endParaRPr lang="zh-CN" altLang="en-US" dirty="0"/>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a:t>单击此处编辑母版副标题样式</a:t>
            </a:r>
            <a:endParaRPr lang="zh-CN" altLang="en-US"/>
          </a:p>
        </p:txBody>
      </p:sp>
      <p:sp>
        <p:nvSpPr>
          <p:cNvPr id="4" name="Rectangle 4"/>
          <p:cNvSpPr>
            <a:spLocks noGrp="1" noChangeArrowheads="1"/>
          </p:cNvSpPr>
          <p:nvPr>
            <p:ph type="dt" sz="half" idx="10"/>
          </p:nvPr>
        </p:nvSpPr>
        <p:spPr/>
        <p:txBody>
          <a:bodyPr/>
          <a:lstStyle>
            <a:lvl1pPr>
              <a:defRPr/>
            </a:lvl1pPr>
          </a:lstStyle>
          <a:p>
            <a:pPr defTabSz="685800">
              <a:defRPr/>
            </a:pPr>
            <a:endParaRPr lang="en-US" altLang="zh-CN" sz="1350">
              <a:solidFill>
                <a:prstClr val="black"/>
              </a:solidFill>
            </a:endParaRPr>
          </a:p>
        </p:txBody>
      </p:sp>
      <p:sp>
        <p:nvSpPr>
          <p:cNvPr id="5" name="Rectangle 5"/>
          <p:cNvSpPr>
            <a:spLocks noGrp="1" noChangeArrowheads="1"/>
          </p:cNvSpPr>
          <p:nvPr>
            <p:ph type="ftr" sz="quarter" idx="11"/>
          </p:nvPr>
        </p:nvSpPr>
        <p:spPr/>
        <p:txBody>
          <a:bodyPr/>
          <a:lstStyle>
            <a:lvl1pPr>
              <a:defRPr/>
            </a:lvl1pPr>
          </a:lstStyle>
          <a:p>
            <a:pPr defTabSz="685800">
              <a:defRPr/>
            </a:pPr>
            <a:endParaRPr lang="en-US" altLang="zh-CN" sz="1350">
              <a:solidFill>
                <a:prstClr val="black"/>
              </a:solidFill>
            </a:endParaRPr>
          </a:p>
        </p:txBody>
      </p:sp>
      <p:sp>
        <p:nvSpPr>
          <p:cNvPr id="6" name="Rectangle 6"/>
          <p:cNvSpPr>
            <a:spLocks noGrp="1" noChangeArrowheads="1"/>
          </p:cNvSpPr>
          <p:nvPr>
            <p:ph type="sldNum" sz="quarter" idx="12"/>
          </p:nvPr>
        </p:nvSpPr>
        <p:spPr/>
        <p:txBody>
          <a:bodyPr/>
          <a:lstStyle>
            <a:lvl1pPr>
              <a:defRPr/>
            </a:lvl1pPr>
          </a:lstStyle>
          <a:p>
            <a:pPr defTabSz="685800">
              <a:defRPr/>
            </a:pPr>
            <a:fld id="{EE068A7A-F998-4B61-AD21-90EA3450A5AE}" type="slidenum">
              <a:rPr lang="en-US" altLang="zh-CN" sz="1350" smtClean="0">
                <a:solidFill>
                  <a:prstClr val="black"/>
                </a:solidFill>
              </a:rPr>
            </a:fld>
            <a:endParaRPr lang="en-US" altLang="zh-CN" sz="1350">
              <a:solidFill>
                <a:prstClr val="black"/>
              </a:solidFill>
            </a:endParaRPr>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2" name="文本框 1"/>
          <p:cNvSpPr txBox="1"/>
          <p:nvPr userDrawn="1"/>
        </p:nvSpPr>
        <p:spPr>
          <a:xfrm>
            <a:off x="8784000" y="4873501"/>
            <a:ext cx="360000" cy="207749"/>
          </a:xfrm>
          <a:prstGeom prst="rect">
            <a:avLst/>
          </a:prstGeom>
          <a:solidFill>
            <a:schemeClr val="accent1">
              <a:lumMod val="75000"/>
            </a:schemeClr>
          </a:solidFill>
        </p:spPr>
        <p:txBody>
          <a:bodyPr wrap="square" lIns="0" tIns="0" rIns="0" bIns="0" rtlCol="0">
            <a:spAutoFit/>
          </a:bodyPr>
          <a:lstStyle/>
          <a:p>
            <a:pPr defTabSz="685800"/>
            <a:endParaRPr lang="zh-CN" altLang="en-US" sz="1350" dirty="0">
              <a:solidFill>
                <a:prstClr val="black"/>
              </a:solidFill>
            </a:endParaRPr>
          </a:p>
        </p:txBody>
      </p:sp>
      <p:sp>
        <p:nvSpPr>
          <p:cNvPr id="4" name="日期占位符 3"/>
          <p:cNvSpPr>
            <a:spLocks noGrp="1"/>
          </p:cNvSpPr>
          <p:nvPr>
            <p:ph type="dt" sz="half" idx="10"/>
          </p:nvPr>
        </p:nvSpPr>
        <p:spPr>
          <a:xfrm>
            <a:off x="457200" y="4767267"/>
            <a:ext cx="2133600" cy="273844"/>
          </a:xfrm>
          <a:prstGeom prst="rect">
            <a:avLst/>
          </a:prstGeom>
        </p:spPr>
        <p:txBody>
          <a:bodyPr/>
          <a:lstStyle/>
          <a:p>
            <a:pPr defTabSz="685800"/>
            <a:fld id="{1F3E8841-4E11-49E8-9C0E-63929F4B2832}" type="datetime1">
              <a:rPr lang="zh-CN" altLang="en-US" sz="1350" smtClean="0">
                <a:solidFill>
                  <a:prstClr val="black">
                    <a:tint val="75000"/>
                  </a:prstClr>
                </a:solidFill>
              </a:rPr>
            </a:fld>
            <a:endParaRPr lang="zh-CN" altLang="en-US" sz="1350">
              <a:solidFill>
                <a:prstClr val="black">
                  <a:tint val="75000"/>
                </a:prstClr>
              </a:solidFill>
            </a:endParaRPr>
          </a:p>
        </p:txBody>
      </p:sp>
      <p:sp>
        <p:nvSpPr>
          <p:cNvPr id="5" name="页脚占位符 4"/>
          <p:cNvSpPr>
            <a:spLocks noGrp="1"/>
          </p:cNvSpPr>
          <p:nvPr>
            <p:ph type="ftr" sz="quarter" idx="11"/>
          </p:nvPr>
        </p:nvSpPr>
        <p:spPr>
          <a:xfrm>
            <a:off x="3124200" y="4767267"/>
            <a:ext cx="2895600" cy="273844"/>
          </a:xfrm>
          <a:prstGeom prst="rect">
            <a:avLst/>
          </a:prstGeom>
        </p:spPr>
        <p:txBody>
          <a:bodyPr/>
          <a:lstStyle/>
          <a:p>
            <a:pPr defTabSz="685800"/>
            <a:endParaRPr lang="zh-CN" altLang="en-US" sz="1350">
              <a:solidFill>
                <a:prstClr val="black">
                  <a:tint val="75000"/>
                </a:prstClr>
              </a:solidFill>
            </a:endParaRPr>
          </a:p>
        </p:txBody>
      </p:sp>
      <p:sp>
        <p:nvSpPr>
          <p:cNvPr id="6" name="灯片编号占位符 5"/>
          <p:cNvSpPr>
            <a:spLocks noGrp="1"/>
          </p:cNvSpPr>
          <p:nvPr>
            <p:ph type="sldNum" sz="quarter" idx="12"/>
          </p:nvPr>
        </p:nvSpPr>
        <p:spPr>
          <a:xfrm>
            <a:off x="8766073" y="4904189"/>
            <a:ext cx="327292" cy="240797"/>
          </a:xfrm>
          <a:prstGeom prst="rect">
            <a:avLst/>
          </a:prstGeom>
        </p:spPr>
        <p:txBody>
          <a:bodyPr lIns="0" tIns="0" rIns="0" bIns="0"/>
          <a:lstStyle>
            <a:lvl1pPr algn="r">
              <a:defRPr sz="1200" b="1">
                <a:solidFill>
                  <a:schemeClr val="bg1"/>
                </a:solidFill>
              </a:defRPr>
            </a:lvl1pPr>
          </a:lstStyle>
          <a:p>
            <a:pPr defTabSz="685800"/>
            <a:fld id="{7F01E733-6E96-4498-9739-2E72CB1EB19B}" type="slidenum">
              <a:rPr lang="zh-CN" altLang="en-US" smtClean="0">
                <a:solidFill>
                  <a:prstClr val="white"/>
                </a:solidFill>
              </a:rPr>
            </a:fld>
            <a:endParaRPr lang="zh-CN" altLang="en-US" dirty="0">
              <a:solidFill>
                <a:prstClr val="white"/>
              </a:solidFill>
            </a:endParaRPr>
          </a:p>
        </p:txBody>
      </p:sp>
      <p:cxnSp>
        <p:nvCxnSpPr>
          <p:cNvPr id="17" name="直接连接符 16"/>
          <p:cNvCxnSpPr/>
          <p:nvPr userDrawn="1"/>
        </p:nvCxnSpPr>
        <p:spPr>
          <a:xfrm>
            <a:off x="0" y="610621"/>
            <a:ext cx="9144000" cy="0"/>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a:t>单击此处编辑母版副标题样式</a:t>
            </a:r>
            <a:endParaRPr lang="zh-CN" altLang="en-US"/>
          </a:p>
        </p:txBody>
      </p:sp>
      <p:sp>
        <p:nvSpPr>
          <p:cNvPr id="4" name="Rectangle 4"/>
          <p:cNvSpPr>
            <a:spLocks noGrp="1" noChangeArrowheads="1"/>
          </p:cNvSpPr>
          <p:nvPr>
            <p:ph type="dt" sz="half" idx="10"/>
          </p:nvPr>
        </p:nvSpPr>
        <p:spPr/>
        <p:txBody>
          <a:bodyPr/>
          <a:lstStyle>
            <a:lvl1pPr>
              <a:defRPr/>
            </a:lvl1pPr>
          </a:lstStyle>
          <a:p>
            <a:pPr defTabSz="685800">
              <a:defRPr/>
            </a:pPr>
            <a:endParaRPr lang="en-US" altLang="zh-CN" sz="1350">
              <a:solidFill>
                <a:prstClr val="black"/>
              </a:solidFill>
            </a:endParaRPr>
          </a:p>
        </p:txBody>
      </p:sp>
      <p:sp>
        <p:nvSpPr>
          <p:cNvPr id="5" name="Rectangle 5"/>
          <p:cNvSpPr>
            <a:spLocks noGrp="1" noChangeArrowheads="1"/>
          </p:cNvSpPr>
          <p:nvPr>
            <p:ph type="ftr" sz="quarter" idx="11"/>
          </p:nvPr>
        </p:nvSpPr>
        <p:spPr/>
        <p:txBody>
          <a:bodyPr/>
          <a:lstStyle>
            <a:lvl1pPr>
              <a:defRPr/>
            </a:lvl1pPr>
          </a:lstStyle>
          <a:p>
            <a:pPr defTabSz="685800">
              <a:defRPr/>
            </a:pPr>
            <a:endParaRPr lang="en-US" altLang="zh-CN" sz="1350">
              <a:solidFill>
                <a:prstClr val="black"/>
              </a:solidFill>
            </a:endParaRPr>
          </a:p>
        </p:txBody>
      </p:sp>
      <p:sp>
        <p:nvSpPr>
          <p:cNvPr id="6" name="Rectangle 6"/>
          <p:cNvSpPr>
            <a:spLocks noGrp="1" noChangeArrowheads="1"/>
          </p:cNvSpPr>
          <p:nvPr>
            <p:ph type="sldNum" sz="quarter" idx="12"/>
          </p:nvPr>
        </p:nvSpPr>
        <p:spPr/>
        <p:txBody>
          <a:bodyPr/>
          <a:lstStyle>
            <a:lvl1pPr>
              <a:defRPr/>
            </a:lvl1pPr>
          </a:lstStyle>
          <a:p>
            <a:pPr defTabSz="685800">
              <a:defRPr/>
            </a:pPr>
            <a:fld id="{EE068A7A-F998-4B61-AD21-90EA3450A5AE}" type="slidenum">
              <a:rPr lang="en-US" altLang="zh-CN" sz="1350" smtClean="0">
                <a:solidFill>
                  <a:prstClr val="black"/>
                </a:solidFill>
              </a:rPr>
            </a:fld>
            <a:endParaRPr lang="en-US" altLang="zh-CN" sz="1350">
              <a:solidFill>
                <a:prstClr val="black"/>
              </a:solidFill>
            </a:endParaRPr>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wico">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22"/>
            <a:ext cx="7772400" cy="1102519"/>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zh-CN" altLang="en-US"/>
              <a:t>单击此处编辑母版副标题样式</a:t>
            </a:r>
            <a:endParaRPr lang="zh-CN" altLang="en-US"/>
          </a:p>
        </p:txBody>
      </p:sp>
      <p:sp>
        <p:nvSpPr>
          <p:cNvPr id="5" name="日期占位符 3"/>
          <p:cNvSpPr>
            <a:spLocks noGrp="1"/>
          </p:cNvSpPr>
          <p:nvPr>
            <p:ph type="dt" sz="half" idx="10"/>
          </p:nvPr>
        </p:nvSpPr>
        <p:spPr/>
        <p:txBody>
          <a:bodyPr/>
          <a:lstStyle>
            <a:lvl1pPr>
              <a:defRPr/>
            </a:lvl1pPr>
          </a:lstStyle>
          <a:p>
            <a:pPr>
              <a:defRPr/>
            </a:pPr>
            <a:fld id="{00F2BA9A-3B1F-499C-899F-BEEBB0018AF7}" type="datetime1">
              <a:rPr lang="zh-CN" altLang="en-US" smtClean="0"/>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4D6A510F-D9C0-439C-A18F-30863A638052}" type="slidenum">
              <a:rPr lang="zh-CN" altLang="en-US"/>
            </a:fld>
            <a:endParaRPr lang="zh-CN" altLang="en-US"/>
          </a:p>
        </p:txBody>
      </p:sp>
      <p:sp>
        <p:nvSpPr>
          <p:cNvPr id="8" name="矩形 7"/>
          <p:cNvSpPr/>
          <p:nvPr userDrawn="1"/>
        </p:nvSpPr>
        <p:spPr>
          <a:xfrm>
            <a:off x="1" y="0"/>
            <a:ext cx="323528" cy="681540"/>
          </a:xfrm>
          <a:prstGeom prst="rect">
            <a:avLst/>
          </a:prstGeom>
          <a:solidFill>
            <a:srgbClr val="0069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base">
              <a:spcBef>
                <a:spcPct val="0"/>
              </a:spcBef>
              <a:spcAft>
                <a:spcPct val="0"/>
              </a:spcAft>
            </a:pPr>
            <a:endParaRPr lang="zh-CN" altLang="en-US" sz="1800">
              <a:solidFill>
                <a:prstClr val="white"/>
              </a:solidFill>
            </a:endParaRPr>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lvl1pPr>
              <a:defRPr/>
            </a:lvl1pPr>
          </a:lstStyle>
          <a:p>
            <a:pPr>
              <a:defRPr/>
            </a:pPr>
            <a:fld id="{451C9BBE-A6F7-419D-AF56-F54FD9CBE195}" type="datetime1">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a:xfrm>
            <a:off x="8459790" y="4836321"/>
            <a:ext cx="539750" cy="273844"/>
          </a:xfrm>
        </p:spPr>
        <p:txBody>
          <a:bodyPr/>
          <a:lstStyle>
            <a:lvl1pPr>
              <a:defRPr sz="675">
                <a:solidFill>
                  <a:prstClr val="white"/>
                </a:solidFill>
                <a:latin typeface="Palatino Linotype" panose="02040502050505030304" pitchFamily="18" charset="0"/>
              </a:defRPr>
            </a:lvl1pPr>
          </a:lstStyle>
          <a:p>
            <a:pPr>
              <a:defRPr/>
            </a:pPr>
            <a:fld id="{6C2AA4C2-172C-4E1F-B984-5174A81D4E4F}" type="slidenum">
              <a:rPr lang="zh-CN" altLang="en-US"/>
            </a:fld>
            <a:endParaRPr lang="zh-CN" altLang="en-US" dirty="0"/>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225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1125">
                <a:solidFill>
                  <a:schemeClr val="tx1">
                    <a:tint val="75000"/>
                  </a:schemeClr>
                </a:solidFill>
              </a:defRPr>
            </a:lvl1pPr>
            <a:lvl2pPr marL="257175" indent="0">
              <a:buNone/>
              <a:defRPr sz="1015">
                <a:solidFill>
                  <a:schemeClr val="tx1">
                    <a:tint val="75000"/>
                  </a:schemeClr>
                </a:solidFill>
              </a:defRPr>
            </a:lvl2pPr>
            <a:lvl3pPr marL="514350" indent="0">
              <a:buNone/>
              <a:defRPr sz="900">
                <a:solidFill>
                  <a:schemeClr val="tx1">
                    <a:tint val="75000"/>
                  </a:schemeClr>
                </a:solidFill>
              </a:defRPr>
            </a:lvl3pPr>
            <a:lvl4pPr marL="771525" indent="0">
              <a:buNone/>
              <a:defRPr sz="790">
                <a:solidFill>
                  <a:schemeClr val="tx1">
                    <a:tint val="75000"/>
                  </a:schemeClr>
                </a:solidFill>
              </a:defRPr>
            </a:lvl4pPr>
            <a:lvl5pPr marL="1028700" indent="0">
              <a:buNone/>
              <a:defRPr sz="790">
                <a:solidFill>
                  <a:schemeClr val="tx1">
                    <a:tint val="75000"/>
                  </a:schemeClr>
                </a:solidFill>
              </a:defRPr>
            </a:lvl5pPr>
            <a:lvl6pPr marL="1285875" indent="0">
              <a:buNone/>
              <a:defRPr sz="790">
                <a:solidFill>
                  <a:schemeClr val="tx1">
                    <a:tint val="75000"/>
                  </a:schemeClr>
                </a:solidFill>
              </a:defRPr>
            </a:lvl6pPr>
            <a:lvl7pPr marL="1543050" indent="0">
              <a:buNone/>
              <a:defRPr sz="790">
                <a:solidFill>
                  <a:schemeClr val="tx1">
                    <a:tint val="75000"/>
                  </a:schemeClr>
                </a:solidFill>
              </a:defRPr>
            </a:lvl7pPr>
            <a:lvl8pPr marL="1800225" indent="0">
              <a:buNone/>
              <a:defRPr sz="790">
                <a:solidFill>
                  <a:schemeClr val="tx1">
                    <a:tint val="75000"/>
                  </a:schemeClr>
                </a:solidFill>
              </a:defRPr>
            </a:lvl8pPr>
            <a:lvl9pPr marL="2057400" indent="0">
              <a:buNone/>
              <a:defRPr sz="79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pPr>
              <a:defRPr/>
            </a:pPr>
            <a:fld id="{36F83766-C03E-44D9-867A-8217CCB46523}" type="datetime1">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34B8BA1C-A923-46B0-BCB5-2ACE5DAC3704}" type="slidenum">
              <a:rPr lang="zh-CN" altLang="en-US"/>
            </a:fld>
            <a:endParaRPr lang="zh-CN" altLang="en-US"/>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200151"/>
            <a:ext cx="4038600" cy="3394472"/>
          </a:xfrm>
        </p:spPr>
        <p:txBody>
          <a:bodyPr/>
          <a:lstStyle>
            <a:lvl1pPr>
              <a:defRPr sz="1575"/>
            </a:lvl1pPr>
            <a:lvl2pPr>
              <a:defRPr sz="1350"/>
            </a:lvl2pPr>
            <a:lvl3pPr>
              <a:defRPr sz="1125"/>
            </a:lvl3pPr>
            <a:lvl4pPr>
              <a:defRPr sz="1015"/>
            </a:lvl4pPr>
            <a:lvl5pPr>
              <a:defRPr sz="1015"/>
            </a:lvl5pPr>
            <a:lvl6pPr>
              <a:defRPr sz="1015"/>
            </a:lvl6pPr>
            <a:lvl7pPr>
              <a:defRPr sz="1015"/>
            </a:lvl7pPr>
            <a:lvl8pPr>
              <a:defRPr sz="1015"/>
            </a:lvl8pPr>
            <a:lvl9pPr>
              <a:defRPr sz="101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200151"/>
            <a:ext cx="4038600" cy="3394472"/>
          </a:xfrm>
        </p:spPr>
        <p:txBody>
          <a:bodyPr/>
          <a:lstStyle>
            <a:lvl1pPr>
              <a:defRPr sz="1575"/>
            </a:lvl1pPr>
            <a:lvl2pPr>
              <a:defRPr sz="1350"/>
            </a:lvl2pPr>
            <a:lvl3pPr>
              <a:defRPr sz="1125"/>
            </a:lvl3pPr>
            <a:lvl4pPr>
              <a:defRPr sz="1015"/>
            </a:lvl4pPr>
            <a:lvl5pPr>
              <a:defRPr sz="1015"/>
            </a:lvl5pPr>
            <a:lvl6pPr>
              <a:defRPr sz="1015"/>
            </a:lvl6pPr>
            <a:lvl7pPr>
              <a:defRPr sz="1015"/>
            </a:lvl7pPr>
            <a:lvl8pPr>
              <a:defRPr sz="1015"/>
            </a:lvl8pPr>
            <a:lvl9pPr>
              <a:defRPr sz="101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3"/>
          <p:cNvSpPr>
            <a:spLocks noGrp="1"/>
          </p:cNvSpPr>
          <p:nvPr>
            <p:ph type="dt" sz="half" idx="10"/>
          </p:nvPr>
        </p:nvSpPr>
        <p:spPr/>
        <p:txBody>
          <a:bodyPr/>
          <a:lstStyle>
            <a:lvl1pPr>
              <a:defRPr/>
            </a:lvl1pPr>
          </a:lstStyle>
          <a:p>
            <a:pPr>
              <a:defRPr/>
            </a:pPr>
            <a:fld id="{8DF2203F-B9CD-4DE5-95E1-9E891EC26685}" type="datetime1">
              <a:rPr lang="zh-CN" altLang="en-US" smtClean="0"/>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AB8959CF-E732-4699-B2BA-9E7C86E35218}" type="slidenum">
              <a:rPr lang="zh-CN" altLang="en-US"/>
            </a:fld>
            <a:endParaRPr lang="zh-CN" altLang="en-US"/>
          </a:p>
        </p:txBody>
      </p:sp>
    </p:spTree>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2" y="1151335"/>
            <a:ext cx="4040188" cy="479822"/>
          </a:xfrm>
        </p:spPr>
        <p:txBody>
          <a:bodyPr anchor="b"/>
          <a:lstStyle>
            <a:lvl1pPr marL="0" indent="0">
              <a:buNone/>
              <a:defRPr sz="1350" b="1"/>
            </a:lvl1pPr>
            <a:lvl2pPr marL="257175" indent="0">
              <a:buNone/>
              <a:defRPr sz="1125" b="1"/>
            </a:lvl2pPr>
            <a:lvl3pPr marL="514350" indent="0">
              <a:buNone/>
              <a:defRPr sz="1015"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2" y="1631156"/>
            <a:ext cx="4040188" cy="2963466"/>
          </a:xfrm>
        </p:spPr>
        <p:txBody>
          <a:bodyPr/>
          <a:lstStyle>
            <a:lvl1pPr>
              <a:defRPr sz="1350"/>
            </a:lvl1pPr>
            <a:lvl2pPr>
              <a:defRPr sz="1125"/>
            </a:lvl2pPr>
            <a:lvl3pPr>
              <a:defRPr sz="1015"/>
            </a:lvl3pPr>
            <a:lvl4pPr>
              <a:defRPr sz="900"/>
            </a:lvl4pPr>
            <a:lvl5pPr>
              <a:defRPr sz="900"/>
            </a:lvl5pPr>
            <a:lvl6pPr>
              <a:defRPr sz="900"/>
            </a:lvl6pPr>
            <a:lvl7pPr>
              <a:defRPr sz="900"/>
            </a:lvl7pPr>
            <a:lvl8pPr>
              <a:defRPr sz="900"/>
            </a:lvl8pPr>
            <a:lvl9pPr>
              <a:defRPr sz="9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8" y="1151335"/>
            <a:ext cx="4041775" cy="479822"/>
          </a:xfrm>
        </p:spPr>
        <p:txBody>
          <a:bodyPr anchor="b"/>
          <a:lstStyle>
            <a:lvl1pPr marL="0" indent="0">
              <a:buNone/>
              <a:defRPr sz="1350" b="1"/>
            </a:lvl1pPr>
            <a:lvl2pPr marL="257175" indent="0">
              <a:buNone/>
              <a:defRPr sz="1125" b="1"/>
            </a:lvl2pPr>
            <a:lvl3pPr marL="514350" indent="0">
              <a:buNone/>
              <a:defRPr sz="1015"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8" y="1631156"/>
            <a:ext cx="4041775" cy="2963466"/>
          </a:xfrm>
        </p:spPr>
        <p:txBody>
          <a:bodyPr/>
          <a:lstStyle>
            <a:lvl1pPr>
              <a:defRPr sz="1350"/>
            </a:lvl1pPr>
            <a:lvl2pPr>
              <a:defRPr sz="1125"/>
            </a:lvl2pPr>
            <a:lvl3pPr>
              <a:defRPr sz="1015"/>
            </a:lvl3pPr>
            <a:lvl4pPr>
              <a:defRPr sz="900"/>
            </a:lvl4pPr>
            <a:lvl5pPr>
              <a:defRPr sz="900"/>
            </a:lvl5pPr>
            <a:lvl6pPr>
              <a:defRPr sz="900"/>
            </a:lvl6pPr>
            <a:lvl7pPr>
              <a:defRPr sz="900"/>
            </a:lvl7pPr>
            <a:lvl8pPr>
              <a:defRPr sz="900"/>
            </a:lvl8pPr>
            <a:lvl9pPr>
              <a:defRPr sz="9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3"/>
          <p:cNvSpPr>
            <a:spLocks noGrp="1"/>
          </p:cNvSpPr>
          <p:nvPr>
            <p:ph type="dt" sz="half" idx="10"/>
          </p:nvPr>
        </p:nvSpPr>
        <p:spPr/>
        <p:txBody>
          <a:bodyPr/>
          <a:lstStyle>
            <a:lvl1pPr>
              <a:defRPr/>
            </a:lvl1pPr>
          </a:lstStyle>
          <a:p>
            <a:pPr>
              <a:defRPr/>
            </a:pPr>
            <a:fld id="{982CB427-182A-4967-AADC-D8C5B46AA9AE}" type="datetime1">
              <a:rPr lang="zh-CN" altLang="en-US" smtClean="0"/>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725FA63C-8BF9-40C4-A284-BC9CAC1FC7F6}" type="slidenum">
              <a:rPr lang="zh-CN" altLang="en-US"/>
            </a:fld>
            <a:endParaRPr lang="zh-CN" altLang="en-US"/>
          </a:p>
        </p:txBody>
      </p:sp>
    </p:spTree>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fld id="{2D084B11-5433-4312-A30A-B5B8996A4CC3}" type="datetime1">
              <a:rPr lang="zh-CN" altLang="en-US" smtClean="0"/>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1D2D27EF-DCCD-4558-89D2-3943247B9304}" type="slidenum">
              <a:rPr lang="zh-CN" altLang="en-US"/>
            </a:fld>
            <a:endParaRPr lang="zh-CN" altLang="en-US"/>
          </a:p>
        </p:txBody>
      </p:sp>
    </p:spTree>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6628B5D5-1454-4B83-83CB-AA4CDDB1394E}" type="slidenum">
              <a:rPr lang="zh-CN" altLang="en-US"/>
            </a:fld>
            <a:endParaRPr lang="zh-CN" altLang="en-US"/>
          </a:p>
        </p:txBody>
      </p:sp>
    </p:spTree>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2" y="204787"/>
            <a:ext cx="3008313" cy="871538"/>
          </a:xfrm>
        </p:spPr>
        <p:txBody>
          <a:bodyPr anchor="b"/>
          <a:lstStyle>
            <a:lvl1pPr algn="l">
              <a:defRPr sz="1125" b="1"/>
            </a:lvl1pPr>
          </a:lstStyle>
          <a:p>
            <a:r>
              <a:rPr lang="zh-CN" altLang="en-US"/>
              <a:t>单击此处编辑母版标题样式</a:t>
            </a:r>
            <a:endParaRPr lang="zh-CN" altLang="en-US"/>
          </a:p>
        </p:txBody>
      </p:sp>
      <p:sp>
        <p:nvSpPr>
          <p:cNvPr id="3" name="内容占位符 2"/>
          <p:cNvSpPr>
            <a:spLocks noGrp="1"/>
          </p:cNvSpPr>
          <p:nvPr>
            <p:ph idx="1"/>
          </p:nvPr>
        </p:nvSpPr>
        <p:spPr>
          <a:xfrm>
            <a:off x="3575052" y="204791"/>
            <a:ext cx="5111750" cy="4389835"/>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2" y="1076328"/>
            <a:ext cx="3008313" cy="3518297"/>
          </a:xfrm>
        </p:spPr>
        <p:txBody>
          <a:bodyPr/>
          <a:lstStyle>
            <a:lvl1pPr marL="0" indent="0">
              <a:buNone/>
              <a:defRPr sz="790"/>
            </a:lvl1pPr>
            <a:lvl2pPr marL="257175" indent="0">
              <a:buNone/>
              <a:defRPr sz="675"/>
            </a:lvl2pPr>
            <a:lvl3pPr marL="514350" indent="0">
              <a:buNone/>
              <a:defRPr sz="565"/>
            </a:lvl3pPr>
            <a:lvl4pPr marL="771525" indent="0">
              <a:buNone/>
              <a:defRPr sz="505"/>
            </a:lvl4pPr>
            <a:lvl5pPr marL="1028700" indent="0">
              <a:buNone/>
              <a:defRPr sz="505"/>
            </a:lvl5pPr>
            <a:lvl6pPr marL="1285875" indent="0">
              <a:buNone/>
              <a:defRPr sz="505"/>
            </a:lvl6pPr>
            <a:lvl7pPr marL="1543050" indent="0">
              <a:buNone/>
              <a:defRPr sz="505"/>
            </a:lvl7pPr>
            <a:lvl8pPr marL="1800225" indent="0">
              <a:buNone/>
              <a:defRPr sz="505"/>
            </a:lvl8pPr>
            <a:lvl9pPr marL="2057400" indent="0">
              <a:buNone/>
              <a:defRPr sz="505"/>
            </a:lvl9pPr>
          </a:lstStyle>
          <a:p>
            <a:pPr lvl="0"/>
            <a:r>
              <a:rPr lang="zh-CN" altLang="en-US"/>
              <a:t>单击此处编辑母版文本样式</a:t>
            </a:r>
            <a:endParaRPr lang="zh-CN" altLang="en-US"/>
          </a:p>
        </p:txBody>
      </p:sp>
      <p:sp>
        <p:nvSpPr>
          <p:cNvPr id="5" name="日期占位符 3"/>
          <p:cNvSpPr>
            <a:spLocks noGrp="1"/>
          </p:cNvSpPr>
          <p:nvPr>
            <p:ph type="dt" sz="half" idx="10"/>
          </p:nvPr>
        </p:nvSpPr>
        <p:spPr/>
        <p:txBody>
          <a:bodyPr/>
          <a:lstStyle>
            <a:lvl1pPr>
              <a:defRPr/>
            </a:lvl1pPr>
          </a:lstStyle>
          <a:p>
            <a:pPr>
              <a:defRPr/>
            </a:pPr>
            <a:fld id="{82B7ADEB-368D-4792-A73C-A34B0B7BBB69}" type="datetime1">
              <a:rPr lang="zh-CN" altLang="en-US" smtClean="0"/>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29C920F2-9419-41DC-ADC0-7D75E2346B5E}" type="slidenum">
              <a:rPr lang="zh-CN" altLang="en-US"/>
            </a:fld>
            <a:endParaRPr lang="zh-CN" altLang="en-US"/>
          </a:p>
        </p:txBody>
      </p:sp>
    </p:spTree>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1"/>
            <a:ext cx="5486400" cy="425054"/>
          </a:xfrm>
        </p:spPr>
        <p:txBody>
          <a:bodyPr anchor="b"/>
          <a:lstStyle>
            <a:lvl1pPr algn="l">
              <a:defRPr sz="1125"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rtlCol="0">
            <a:normAutofit/>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pPr lvl="0"/>
            <a:endParaRPr lang="zh-CN" altLang="en-US" noProof="0"/>
          </a:p>
        </p:txBody>
      </p:sp>
      <p:sp>
        <p:nvSpPr>
          <p:cNvPr id="4" name="文本占位符 3"/>
          <p:cNvSpPr>
            <a:spLocks noGrp="1"/>
          </p:cNvSpPr>
          <p:nvPr>
            <p:ph type="body" sz="half" idx="2"/>
          </p:nvPr>
        </p:nvSpPr>
        <p:spPr>
          <a:xfrm>
            <a:off x="1792288" y="4025505"/>
            <a:ext cx="5486400" cy="603647"/>
          </a:xfrm>
        </p:spPr>
        <p:txBody>
          <a:bodyPr/>
          <a:lstStyle>
            <a:lvl1pPr marL="0" indent="0">
              <a:buNone/>
              <a:defRPr sz="790"/>
            </a:lvl1pPr>
            <a:lvl2pPr marL="257175" indent="0">
              <a:buNone/>
              <a:defRPr sz="675"/>
            </a:lvl2pPr>
            <a:lvl3pPr marL="514350" indent="0">
              <a:buNone/>
              <a:defRPr sz="565"/>
            </a:lvl3pPr>
            <a:lvl4pPr marL="771525" indent="0">
              <a:buNone/>
              <a:defRPr sz="505"/>
            </a:lvl4pPr>
            <a:lvl5pPr marL="1028700" indent="0">
              <a:buNone/>
              <a:defRPr sz="505"/>
            </a:lvl5pPr>
            <a:lvl6pPr marL="1285875" indent="0">
              <a:buNone/>
              <a:defRPr sz="505"/>
            </a:lvl6pPr>
            <a:lvl7pPr marL="1543050" indent="0">
              <a:buNone/>
              <a:defRPr sz="505"/>
            </a:lvl7pPr>
            <a:lvl8pPr marL="1800225" indent="0">
              <a:buNone/>
              <a:defRPr sz="505"/>
            </a:lvl8pPr>
            <a:lvl9pPr marL="2057400" indent="0">
              <a:buNone/>
              <a:defRPr sz="505"/>
            </a:lvl9pPr>
          </a:lstStyle>
          <a:p>
            <a:pPr lvl="0"/>
            <a:r>
              <a:rPr lang="zh-CN" altLang="en-US"/>
              <a:t>单击此处编辑母版文本样式</a:t>
            </a:r>
            <a:endParaRPr lang="zh-CN" altLang="en-US"/>
          </a:p>
        </p:txBody>
      </p:sp>
      <p:sp>
        <p:nvSpPr>
          <p:cNvPr id="5" name="日期占位符 3"/>
          <p:cNvSpPr>
            <a:spLocks noGrp="1"/>
          </p:cNvSpPr>
          <p:nvPr>
            <p:ph type="dt" sz="half" idx="10"/>
          </p:nvPr>
        </p:nvSpPr>
        <p:spPr/>
        <p:txBody>
          <a:bodyPr/>
          <a:lstStyle>
            <a:lvl1pPr>
              <a:defRPr/>
            </a:lvl1pPr>
          </a:lstStyle>
          <a:p>
            <a:pPr>
              <a:defRPr/>
            </a:pPr>
            <a:fld id="{35F2C323-56C7-49D4-BA1F-640689ECACC2}" type="datetime1">
              <a:rPr lang="zh-CN" altLang="en-US" smtClean="0"/>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7F6E92B7-609F-4948-B0D1-A3D7CF4072FE}" type="slidenum">
              <a:rPr lang="zh-CN" altLang="en-US"/>
            </a:fld>
            <a:endParaRPr lang="zh-CN" altLang="en-US"/>
          </a:p>
        </p:txBody>
      </p:sp>
    </p:spTree>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1508163" y="162079"/>
            <a:ext cx="8229600" cy="857250"/>
          </a:xfr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C97722F1-3360-420F-BD58-8F1672515DC9}" type="datetime1">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9D251F6E-D842-453D-8E65-80483D00DD6D}" type="slidenum">
              <a:rPr lang="zh-CN" altLang="en-US"/>
            </a:fld>
            <a:endParaRPr lang="zh-CN" altLang="en-US"/>
          </a:p>
        </p:txBody>
      </p:sp>
    </p:spTree>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80"/>
            <a:ext cx="2057400" cy="4388644"/>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05980"/>
            <a:ext cx="6019800" cy="4388644"/>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A277633E-1B0D-4235-942D-CA7F13EA96D9}" type="datetime1">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0735F44F-01BD-40D7-A120-3BE107D6A03E}" type="slidenum">
              <a:rPr lang="zh-CN" altLang="en-US"/>
            </a:fld>
            <a:endParaRPr lang="zh-CN" alt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4" Type="http://schemas.openxmlformats.org/officeDocument/2006/relationships/theme" Target="../theme/theme2.xml"/><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8.xml"/><Relationship Id="rId1" Type="http://schemas.openxmlformats.org/officeDocument/2006/relationships/slideLayout" Target="../slideLayouts/slideLayout7.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 Type="http://schemas.openxmlformats.org/officeDocument/2006/relationships/slideLayout" Target="../slideLayouts/slideLayout10.xml"/><Relationship Id="rId12" Type="http://schemas.openxmlformats.org/officeDocument/2006/relationships/theme" Target="../theme/theme4.xml"/><Relationship Id="rId11" Type="http://schemas.openxmlformats.org/officeDocument/2006/relationships/slideLayout" Target="../slideLayouts/slideLayout19.xml"/><Relationship Id="rId10" Type="http://schemas.openxmlformats.org/officeDocument/2006/relationships/slideLayout" Target="../slideLayouts/slideLayout18.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l" defTabSz="650240" rtl="0" eaLnBrk="1" latinLnBrk="0" hangingPunct="1">
        <a:lnSpc>
          <a:spcPct val="90000"/>
        </a:lnSpc>
        <a:spcBef>
          <a:spcPct val="0"/>
        </a:spcBef>
        <a:buNone/>
        <a:defRPr sz="3130" kern="1200">
          <a:solidFill>
            <a:schemeClr val="tx1"/>
          </a:solidFill>
          <a:latin typeface="+mj-lt"/>
          <a:ea typeface="+mj-ea"/>
          <a:cs typeface="+mj-cs"/>
        </a:defRPr>
      </a:lvl1pPr>
    </p:titleStyle>
    <p:bodyStyle>
      <a:lvl1pPr marL="162560" indent="-162560" algn="l" defTabSz="650240" rtl="0" eaLnBrk="1" latinLnBrk="0" hangingPunct="1">
        <a:lnSpc>
          <a:spcPct val="90000"/>
        </a:lnSpc>
        <a:spcBef>
          <a:spcPts val="715"/>
        </a:spcBef>
        <a:buFont typeface="Arial" panose="020B0604020202090204" pitchFamily="34" charset="0"/>
        <a:buChar char="•"/>
        <a:defRPr sz="1990" kern="1200">
          <a:solidFill>
            <a:schemeClr val="tx1"/>
          </a:solidFill>
          <a:latin typeface="+mn-lt"/>
          <a:ea typeface="+mn-ea"/>
          <a:cs typeface="+mn-cs"/>
        </a:defRPr>
      </a:lvl1pPr>
      <a:lvl2pPr marL="487680" indent="-162560" algn="l" defTabSz="650240" rtl="0" eaLnBrk="1" latinLnBrk="0" hangingPunct="1">
        <a:lnSpc>
          <a:spcPct val="90000"/>
        </a:lnSpc>
        <a:spcBef>
          <a:spcPts val="355"/>
        </a:spcBef>
        <a:buFont typeface="Arial" panose="020B0604020202090204" pitchFamily="34" charset="0"/>
        <a:buChar char="•"/>
        <a:defRPr sz="1705" kern="1200">
          <a:solidFill>
            <a:schemeClr val="tx1"/>
          </a:solidFill>
          <a:latin typeface="+mn-lt"/>
          <a:ea typeface="+mn-ea"/>
          <a:cs typeface="+mn-cs"/>
        </a:defRPr>
      </a:lvl2pPr>
      <a:lvl3pPr marL="812800" indent="-162560" algn="l" defTabSz="650240" rtl="0" eaLnBrk="1" latinLnBrk="0" hangingPunct="1">
        <a:lnSpc>
          <a:spcPct val="90000"/>
        </a:lnSpc>
        <a:spcBef>
          <a:spcPts val="355"/>
        </a:spcBef>
        <a:buFont typeface="Arial" panose="020B0604020202090204" pitchFamily="34" charset="0"/>
        <a:buChar char="•"/>
        <a:defRPr sz="1420" kern="1200">
          <a:solidFill>
            <a:schemeClr val="tx1"/>
          </a:solidFill>
          <a:latin typeface="+mn-lt"/>
          <a:ea typeface="+mn-ea"/>
          <a:cs typeface="+mn-cs"/>
        </a:defRPr>
      </a:lvl3pPr>
      <a:lvl4pPr marL="1137920" indent="-162560" algn="l" defTabSz="650240" rtl="0" eaLnBrk="1" latinLnBrk="0" hangingPunct="1">
        <a:lnSpc>
          <a:spcPct val="90000"/>
        </a:lnSpc>
        <a:spcBef>
          <a:spcPts val="355"/>
        </a:spcBef>
        <a:buFont typeface="Arial" panose="020B0604020202090204" pitchFamily="34" charset="0"/>
        <a:buChar char="•"/>
        <a:defRPr sz="1280" kern="1200">
          <a:solidFill>
            <a:schemeClr val="tx1"/>
          </a:solidFill>
          <a:latin typeface="+mn-lt"/>
          <a:ea typeface="+mn-ea"/>
          <a:cs typeface="+mn-cs"/>
        </a:defRPr>
      </a:lvl4pPr>
      <a:lvl5pPr marL="1463040" indent="-162560" algn="l" defTabSz="650240" rtl="0" eaLnBrk="1" latinLnBrk="0" hangingPunct="1">
        <a:lnSpc>
          <a:spcPct val="90000"/>
        </a:lnSpc>
        <a:spcBef>
          <a:spcPts val="355"/>
        </a:spcBef>
        <a:buFont typeface="Arial" panose="020B0604020202090204" pitchFamily="34" charset="0"/>
        <a:buChar char="•"/>
        <a:defRPr sz="1280" kern="1200">
          <a:solidFill>
            <a:schemeClr val="tx1"/>
          </a:solidFill>
          <a:latin typeface="+mn-lt"/>
          <a:ea typeface="+mn-ea"/>
          <a:cs typeface="+mn-cs"/>
        </a:defRPr>
      </a:lvl5pPr>
      <a:lvl6pPr marL="1788160" indent="-162560" algn="l" defTabSz="650240" rtl="0" eaLnBrk="1" latinLnBrk="0" hangingPunct="1">
        <a:lnSpc>
          <a:spcPct val="90000"/>
        </a:lnSpc>
        <a:spcBef>
          <a:spcPts val="355"/>
        </a:spcBef>
        <a:buFont typeface="Arial" panose="020B0604020202090204" pitchFamily="34" charset="0"/>
        <a:buChar char="•"/>
        <a:defRPr sz="1280" kern="1200">
          <a:solidFill>
            <a:schemeClr val="tx1"/>
          </a:solidFill>
          <a:latin typeface="+mn-lt"/>
          <a:ea typeface="+mn-ea"/>
          <a:cs typeface="+mn-cs"/>
        </a:defRPr>
      </a:lvl6pPr>
      <a:lvl7pPr marL="2113280" indent="-162560" algn="l" defTabSz="650240" rtl="0" eaLnBrk="1" latinLnBrk="0" hangingPunct="1">
        <a:lnSpc>
          <a:spcPct val="90000"/>
        </a:lnSpc>
        <a:spcBef>
          <a:spcPts val="355"/>
        </a:spcBef>
        <a:buFont typeface="Arial" panose="020B0604020202090204" pitchFamily="34" charset="0"/>
        <a:buChar char="•"/>
        <a:defRPr sz="1280" kern="1200">
          <a:solidFill>
            <a:schemeClr val="tx1"/>
          </a:solidFill>
          <a:latin typeface="+mn-lt"/>
          <a:ea typeface="+mn-ea"/>
          <a:cs typeface="+mn-cs"/>
        </a:defRPr>
      </a:lvl7pPr>
      <a:lvl8pPr marL="2438400" indent="-162560" algn="l" defTabSz="650240" rtl="0" eaLnBrk="1" latinLnBrk="0" hangingPunct="1">
        <a:lnSpc>
          <a:spcPct val="90000"/>
        </a:lnSpc>
        <a:spcBef>
          <a:spcPts val="355"/>
        </a:spcBef>
        <a:buFont typeface="Arial" panose="020B0604020202090204" pitchFamily="34" charset="0"/>
        <a:buChar char="•"/>
        <a:defRPr sz="1280" kern="1200">
          <a:solidFill>
            <a:schemeClr val="tx1"/>
          </a:solidFill>
          <a:latin typeface="+mn-lt"/>
          <a:ea typeface="+mn-ea"/>
          <a:cs typeface="+mn-cs"/>
        </a:defRPr>
      </a:lvl8pPr>
      <a:lvl9pPr marL="2763520" indent="-162560" algn="l" defTabSz="650240" rtl="0" eaLnBrk="1" latinLnBrk="0" hangingPunct="1">
        <a:lnSpc>
          <a:spcPct val="90000"/>
        </a:lnSpc>
        <a:spcBef>
          <a:spcPts val="355"/>
        </a:spcBef>
        <a:buFont typeface="Arial" panose="020B0604020202090204" pitchFamily="34" charset="0"/>
        <a:buChar char="•"/>
        <a:defRPr sz="1280" kern="1200">
          <a:solidFill>
            <a:schemeClr val="tx1"/>
          </a:solidFill>
          <a:latin typeface="+mn-lt"/>
          <a:ea typeface="+mn-ea"/>
          <a:cs typeface="+mn-cs"/>
        </a:defRPr>
      </a:lvl9pPr>
    </p:bodyStyle>
    <p:otherStyle>
      <a:defPPr>
        <a:defRPr lang="zh-CN"/>
      </a:defPPr>
      <a:lvl1pPr marL="0" algn="l" defTabSz="650240" rtl="0" eaLnBrk="1" latinLnBrk="0" hangingPunct="1">
        <a:defRPr sz="1280" kern="1200">
          <a:solidFill>
            <a:schemeClr val="tx1"/>
          </a:solidFill>
          <a:latin typeface="+mn-lt"/>
          <a:ea typeface="+mn-ea"/>
          <a:cs typeface="+mn-cs"/>
        </a:defRPr>
      </a:lvl1pPr>
      <a:lvl2pPr marL="325120" algn="l" defTabSz="650240" rtl="0" eaLnBrk="1" latinLnBrk="0" hangingPunct="1">
        <a:defRPr sz="1280" kern="1200">
          <a:solidFill>
            <a:schemeClr val="tx1"/>
          </a:solidFill>
          <a:latin typeface="+mn-lt"/>
          <a:ea typeface="+mn-ea"/>
          <a:cs typeface="+mn-cs"/>
        </a:defRPr>
      </a:lvl2pPr>
      <a:lvl3pPr marL="650240" algn="l" defTabSz="650240" rtl="0" eaLnBrk="1" latinLnBrk="0" hangingPunct="1">
        <a:defRPr sz="1280" kern="1200">
          <a:solidFill>
            <a:schemeClr val="tx1"/>
          </a:solidFill>
          <a:latin typeface="+mn-lt"/>
          <a:ea typeface="+mn-ea"/>
          <a:cs typeface="+mn-cs"/>
        </a:defRPr>
      </a:lvl3pPr>
      <a:lvl4pPr marL="975360" algn="l" defTabSz="650240" rtl="0" eaLnBrk="1" latinLnBrk="0" hangingPunct="1">
        <a:defRPr sz="1280" kern="1200">
          <a:solidFill>
            <a:schemeClr val="tx1"/>
          </a:solidFill>
          <a:latin typeface="+mn-lt"/>
          <a:ea typeface="+mn-ea"/>
          <a:cs typeface="+mn-cs"/>
        </a:defRPr>
      </a:lvl4pPr>
      <a:lvl5pPr marL="1300480" algn="l" defTabSz="650240" rtl="0" eaLnBrk="1" latinLnBrk="0" hangingPunct="1">
        <a:defRPr sz="1280" kern="1200">
          <a:solidFill>
            <a:schemeClr val="tx1"/>
          </a:solidFill>
          <a:latin typeface="+mn-lt"/>
          <a:ea typeface="+mn-ea"/>
          <a:cs typeface="+mn-cs"/>
        </a:defRPr>
      </a:lvl5pPr>
      <a:lvl6pPr marL="1625600" algn="l" defTabSz="650240" rtl="0" eaLnBrk="1" latinLnBrk="0" hangingPunct="1">
        <a:defRPr sz="1280" kern="1200">
          <a:solidFill>
            <a:schemeClr val="tx1"/>
          </a:solidFill>
          <a:latin typeface="+mn-lt"/>
          <a:ea typeface="+mn-ea"/>
          <a:cs typeface="+mn-cs"/>
        </a:defRPr>
      </a:lvl6pPr>
      <a:lvl7pPr marL="1950720" algn="l" defTabSz="650240" rtl="0" eaLnBrk="1" latinLnBrk="0" hangingPunct="1">
        <a:defRPr sz="1280" kern="1200">
          <a:solidFill>
            <a:schemeClr val="tx1"/>
          </a:solidFill>
          <a:latin typeface="+mn-lt"/>
          <a:ea typeface="+mn-ea"/>
          <a:cs typeface="+mn-cs"/>
        </a:defRPr>
      </a:lvl7pPr>
      <a:lvl8pPr marL="2275840" algn="l" defTabSz="650240" rtl="0" eaLnBrk="1" latinLnBrk="0" hangingPunct="1">
        <a:defRPr sz="1280" kern="1200">
          <a:solidFill>
            <a:schemeClr val="tx1"/>
          </a:solidFill>
          <a:latin typeface="+mn-lt"/>
          <a:ea typeface="+mn-ea"/>
          <a:cs typeface="+mn-cs"/>
        </a:defRPr>
      </a:lvl8pPr>
      <a:lvl9pPr marL="2601595" algn="l" defTabSz="650240" rtl="0" eaLnBrk="1" latinLnBrk="0" hangingPunct="1">
        <a:defRPr sz="128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Lst>
  <p:hf sldNum="0" hdr="0" ftr="0" dt="0"/>
  <p:txStyles>
    <p:titleStyle>
      <a:lvl1pPr algn="l" defTabSz="650240" rtl="0" eaLnBrk="1" latinLnBrk="0" hangingPunct="1">
        <a:lnSpc>
          <a:spcPct val="90000"/>
        </a:lnSpc>
        <a:spcBef>
          <a:spcPct val="0"/>
        </a:spcBef>
        <a:buNone/>
        <a:defRPr sz="3130" kern="1200">
          <a:solidFill>
            <a:schemeClr val="tx1"/>
          </a:solidFill>
          <a:latin typeface="+mj-lt"/>
          <a:ea typeface="+mj-ea"/>
          <a:cs typeface="+mj-cs"/>
        </a:defRPr>
      </a:lvl1pPr>
    </p:titleStyle>
    <p:bodyStyle>
      <a:lvl1pPr marL="162560" indent="-162560" algn="l" defTabSz="650240" rtl="0" eaLnBrk="1" latinLnBrk="0" hangingPunct="1">
        <a:lnSpc>
          <a:spcPct val="90000"/>
        </a:lnSpc>
        <a:spcBef>
          <a:spcPts val="715"/>
        </a:spcBef>
        <a:buFont typeface="Arial" panose="020B0604020202090204" pitchFamily="34" charset="0"/>
        <a:buChar char="•"/>
        <a:defRPr sz="1990" kern="1200">
          <a:solidFill>
            <a:schemeClr val="tx1"/>
          </a:solidFill>
          <a:latin typeface="+mn-lt"/>
          <a:ea typeface="+mn-ea"/>
          <a:cs typeface="+mn-cs"/>
        </a:defRPr>
      </a:lvl1pPr>
      <a:lvl2pPr marL="487680" indent="-162560" algn="l" defTabSz="650240" rtl="0" eaLnBrk="1" latinLnBrk="0" hangingPunct="1">
        <a:lnSpc>
          <a:spcPct val="90000"/>
        </a:lnSpc>
        <a:spcBef>
          <a:spcPts val="355"/>
        </a:spcBef>
        <a:buFont typeface="Arial" panose="020B0604020202090204" pitchFamily="34" charset="0"/>
        <a:buChar char="•"/>
        <a:defRPr sz="1705" kern="1200">
          <a:solidFill>
            <a:schemeClr val="tx1"/>
          </a:solidFill>
          <a:latin typeface="+mn-lt"/>
          <a:ea typeface="+mn-ea"/>
          <a:cs typeface="+mn-cs"/>
        </a:defRPr>
      </a:lvl2pPr>
      <a:lvl3pPr marL="812800" indent="-162560" algn="l" defTabSz="650240" rtl="0" eaLnBrk="1" latinLnBrk="0" hangingPunct="1">
        <a:lnSpc>
          <a:spcPct val="90000"/>
        </a:lnSpc>
        <a:spcBef>
          <a:spcPts val="355"/>
        </a:spcBef>
        <a:buFont typeface="Arial" panose="020B0604020202090204" pitchFamily="34" charset="0"/>
        <a:buChar char="•"/>
        <a:defRPr sz="1420" kern="1200">
          <a:solidFill>
            <a:schemeClr val="tx1"/>
          </a:solidFill>
          <a:latin typeface="+mn-lt"/>
          <a:ea typeface="+mn-ea"/>
          <a:cs typeface="+mn-cs"/>
        </a:defRPr>
      </a:lvl3pPr>
      <a:lvl4pPr marL="1137920" indent="-162560" algn="l" defTabSz="650240" rtl="0" eaLnBrk="1" latinLnBrk="0" hangingPunct="1">
        <a:lnSpc>
          <a:spcPct val="90000"/>
        </a:lnSpc>
        <a:spcBef>
          <a:spcPts val="355"/>
        </a:spcBef>
        <a:buFont typeface="Arial" panose="020B0604020202090204" pitchFamily="34" charset="0"/>
        <a:buChar char="•"/>
        <a:defRPr sz="1280" kern="1200">
          <a:solidFill>
            <a:schemeClr val="tx1"/>
          </a:solidFill>
          <a:latin typeface="+mn-lt"/>
          <a:ea typeface="+mn-ea"/>
          <a:cs typeface="+mn-cs"/>
        </a:defRPr>
      </a:lvl4pPr>
      <a:lvl5pPr marL="1463040" indent="-162560" algn="l" defTabSz="650240" rtl="0" eaLnBrk="1" latinLnBrk="0" hangingPunct="1">
        <a:lnSpc>
          <a:spcPct val="90000"/>
        </a:lnSpc>
        <a:spcBef>
          <a:spcPts val="355"/>
        </a:spcBef>
        <a:buFont typeface="Arial" panose="020B0604020202090204" pitchFamily="34" charset="0"/>
        <a:buChar char="•"/>
        <a:defRPr sz="1280" kern="1200">
          <a:solidFill>
            <a:schemeClr val="tx1"/>
          </a:solidFill>
          <a:latin typeface="+mn-lt"/>
          <a:ea typeface="+mn-ea"/>
          <a:cs typeface="+mn-cs"/>
        </a:defRPr>
      </a:lvl5pPr>
      <a:lvl6pPr marL="1788160" indent="-162560" algn="l" defTabSz="650240" rtl="0" eaLnBrk="1" latinLnBrk="0" hangingPunct="1">
        <a:lnSpc>
          <a:spcPct val="90000"/>
        </a:lnSpc>
        <a:spcBef>
          <a:spcPts val="355"/>
        </a:spcBef>
        <a:buFont typeface="Arial" panose="020B0604020202090204" pitchFamily="34" charset="0"/>
        <a:buChar char="•"/>
        <a:defRPr sz="1280" kern="1200">
          <a:solidFill>
            <a:schemeClr val="tx1"/>
          </a:solidFill>
          <a:latin typeface="+mn-lt"/>
          <a:ea typeface="+mn-ea"/>
          <a:cs typeface="+mn-cs"/>
        </a:defRPr>
      </a:lvl6pPr>
      <a:lvl7pPr marL="2113280" indent="-162560" algn="l" defTabSz="650240" rtl="0" eaLnBrk="1" latinLnBrk="0" hangingPunct="1">
        <a:lnSpc>
          <a:spcPct val="90000"/>
        </a:lnSpc>
        <a:spcBef>
          <a:spcPts val="355"/>
        </a:spcBef>
        <a:buFont typeface="Arial" panose="020B0604020202090204" pitchFamily="34" charset="0"/>
        <a:buChar char="•"/>
        <a:defRPr sz="1280" kern="1200">
          <a:solidFill>
            <a:schemeClr val="tx1"/>
          </a:solidFill>
          <a:latin typeface="+mn-lt"/>
          <a:ea typeface="+mn-ea"/>
          <a:cs typeface="+mn-cs"/>
        </a:defRPr>
      </a:lvl7pPr>
      <a:lvl8pPr marL="2438400" indent="-162560" algn="l" defTabSz="650240" rtl="0" eaLnBrk="1" latinLnBrk="0" hangingPunct="1">
        <a:lnSpc>
          <a:spcPct val="90000"/>
        </a:lnSpc>
        <a:spcBef>
          <a:spcPts val="355"/>
        </a:spcBef>
        <a:buFont typeface="Arial" panose="020B0604020202090204" pitchFamily="34" charset="0"/>
        <a:buChar char="•"/>
        <a:defRPr sz="1280" kern="1200">
          <a:solidFill>
            <a:schemeClr val="tx1"/>
          </a:solidFill>
          <a:latin typeface="+mn-lt"/>
          <a:ea typeface="+mn-ea"/>
          <a:cs typeface="+mn-cs"/>
        </a:defRPr>
      </a:lvl8pPr>
      <a:lvl9pPr marL="2763520" indent="-162560" algn="l" defTabSz="650240" rtl="0" eaLnBrk="1" latinLnBrk="0" hangingPunct="1">
        <a:lnSpc>
          <a:spcPct val="90000"/>
        </a:lnSpc>
        <a:spcBef>
          <a:spcPts val="355"/>
        </a:spcBef>
        <a:buFont typeface="Arial" panose="020B0604020202090204" pitchFamily="34" charset="0"/>
        <a:buChar char="•"/>
        <a:defRPr sz="1280" kern="1200">
          <a:solidFill>
            <a:schemeClr val="tx1"/>
          </a:solidFill>
          <a:latin typeface="+mn-lt"/>
          <a:ea typeface="+mn-ea"/>
          <a:cs typeface="+mn-cs"/>
        </a:defRPr>
      </a:lvl9pPr>
    </p:bodyStyle>
    <p:otherStyle>
      <a:defPPr>
        <a:defRPr lang="zh-CN"/>
      </a:defPPr>
      <a:lvl1pPr marL="0" algn="l" defTabSz="650240" rtl="0" eaLnBrk="1" latinLnBrk="0" hangingPunct="1">
        <a:defRPr sz="1280" kern="1200">
          <a:solidFill>
            <a:schemeClr val="tx1"/>
          </a:solidFill>
          <a:latin typeface="+mn-lt"/>
          <a:ea typeface="+mn-ea"/>
          <a:cs typeface="+mn-cs"/>
        </a:defRPr>
      </a:lvl1pPr>
      <a:lvl2pPr marL="325120" algn="l" defTabSz="650240" rtl="0" eaLnBrk="1" latinLnBrk="0" hangingPunct="1">
        <a:defRPr sz="1280" kern="1200">
          <a:solidFill>
            <a:schemeClr val="tx1"/>
          </a:solidFill>
          <a:latin typeface="+mn-lt"/>
          <a:ea typeface="+mn-ea"/>
          <a:cs typeface="+mn-cs"/>
        </a:defRPr>
      </a:lvl2pPr>
      <a:lvl3pPr marL="650240" algn="l" defTabSz="650240" rtl="0" eaLnBrk="1" latinLnBrk="0" hangingPunct="1">
        <a:defRPr sz="1280" kern="1200">
          <a:solidFill>
            <a:schemeClr val="tx1"/>
          </a:solidFill>
          <a:latin typeface="+mn-lt"/>
          <a:ea typeface="+mn-ea"/>
          <a:cs typeface="+mn-cs"/>
        </a:defRPr>
      </a:lvl3pPr>
      <a:lvl4pPr marL="975360" algn="l" defTabSz="650240" rtl="0" eaLnBrk="1" latinLnBrk="0" hangingPunct="1">
        <a:defRPr sz="1280" kern="1200">
          <a:solidFill>
            <a:schemeClr val="tx1"/>
          </a:solidFill>
          <a:latin typeface="+mn-lt"/>
          <a:ea typeface="+mn-ea"/>
          <a:cs typeface="+mn-cs"/>
        </a:defRPr>
      </a:lvl4pPr>
      <a:lvl5pPr marL="1300480" algn="l" defTabSz="650240" rtl="0" eaLnBrk="1" latinLnBrk="0" hangingPunct="1">
        <a:defRPr sz="1280" kern="1200">
          <a:solidFill>
            <a:schemeClr val="tx1"/>
          </a:solidFill>
          <a:latin typeface="+mn-lt"/>
          <a:ea typeface="+mn-ea"/>
          <a:cs typeface="+mn-cs"/>
        </a:defRPr>
      </a:lvl5pPr>
      <a:lvl6pPr marL="1625600" algn="l" defTabSz="650240" rtl="0" eaLnBrk="1" latinLnBrk="0" hangingPunct="1">
        <a:defRPr sz="1280" kern="1200">
          <a:solidFill>
            <a:schemeClr val="tx1"/>
          </a:solidFill>
          <a:latin typeface="+mn-lt"/>
          <a:ea typeface="+mn-ea"/>
          <a:cs typeface="+mn-cs"/>
        </a:defRPr>
      </a:lvl6pPr>
      <a:lvl7pPr marL="1950720" algn="l" defTabSz="650240" rtl="0" eaLnBrk="1" latinLnBrk="0" hangingPunct="1">
        <a:defRPr sz="1280" kern="1200">
          <a:solidFill>
            <a:schemeClr val="tx1"/>
          </a:solidFill>
          <a:latin typeface="+mn-lt"/>
          <a:ea typeface="+mn-ea"/>
          <a:cs typeface="+mn-cs"/>
        </a:defRPr>
      </a:lvl7pPr>
      <a:lvl8pPr marL="2275840" algn="l" defTabSz="650240" rtl="0" eaLnBrk="1" latinLnBrk="0" hangingPunct="1">
        <a:defRPr sz="1280" kern="1200">
          <a:solidFill>
            <a:schemeClr val="tx1"/>
          </a:solidFill>
          <a:latin typeface="+mn-lt"/>
          <a:ea typeface="+mn-ea"/>
          <a:cs typeface="+mn-cs"/>
        </a:defRPr>
      </a:lvl8pPr>
      <a:lvl9pPr marL="2601595" algn="l" defTabSz="650240" rtl="0" eaLnBrk="1" latinLnBrk="0" hangingPunct="1">
        <a:defRPr sz="128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7" r:id="rId1"/>
    <p:sldLayoutId id="2147483658" r:id="rId2"/>
  </p:sldLayoutIdLst>
  <p:hf sldNum="0" hdr="0" ftr="0" dt="0"/>
  <p:txStyles>
    <p:titleStyle>
      <a:lvl1pPr algn="l" defTabSz="650240" rtl="0" eaLnBrk="1" latinLnBrk="0" hangingPunct="1">
        <a:lnSpc>
          <a:spcPct val="90000"/>
        </a:lnSpc>
        <a:spcBef>
          <a:spcPct val="0"/>
        </a:spcBef>
        <a:buNone/>
        <a:defRPr sz="3130" kern="1200">
          <a:solidFill>
            <a:schemeClr val="tx1"/>
          </a:solidFill>
          <a:latin typeface="+mj-lt"/>
          <a:ea typeface="+mj-ea"/>
          <a:cs typeface="+mj-cs"/>
        </a:defRPr>
      </a:lvl1pPr>
    </p:titleStyle>
    <p:bodyStyle>
      <a:lvl1pPr marL="162560" indent="-162560" algn="l" defTabSz="650240" rtl="0" eaLnBrk="1" latinLnBrk="0" hangingPunct="1">
        <a:lnSpc>
          <a:spcPct val="90000"/>
        </a:lnSpc>
        <a:spcBef>
          <a:spcPts val="715"/>
        </a:spcBef>
        <a:buFont typeface="Arial" panose="020B0604020202090204" pitchFamily="34" charset="0"/>
        <a:buChar char="•"/>
        <a:defRPr sz="1990" kern="1200">
          <a:solidFill>
            <a:schemeClr val="tx1"/>
          </a:solidFill>
          <a:latin typeface="+mn-lt"/>
          <a:ea typeface="+mn-ea"/>
          <a:cs typeface="+mn-cs"/>
        </a:defRPr>
      </a:lvl1pPr>
      <a:lvl2pPr marL="487680" indent="-162560" algn="l" defTabSz="650240" rtl="0" eaLnBrk="1" latinLnBrk="0" hangingPunct="1">
        <a:lnSpc>
          <a:spcPct val="90000"/>
        </a:lnSpc>
        <a:spcBef>
          <a:spcPts val="355"/>
        </a:spcBef>
        <a:buFont typeface="Arial" panose="020B0604020202090204" pitchFamily="34" charset="0"/>
        <a:buChar char="•"/>
        <a:defRPr sz="1705" kern="1200">
          <a:solidFill>
            <a:schemeClr val="tx1"/>
          </a:solidFill>
          <a:latin typeface="+mn-lt"/>
          <a:ea typeface="+mn-ea"/>
          <a:cs typeface="+mn-cs"/>
        </a:defRPr>
      </a:lvl2pPr>
      <a:lvl3pPr marL="812800" indent="-162560" algn="l" defTabSz="650240" rtl="0" eaLnBrk="1" latinLnBrk="0" hangingPunct="1">
        <a:lnSpc>
          <a:spcPct val="90000"/>
        </a:lnSpc>
        <a:spcBef>
          <a:spcPts val="355"/>
        </a:spcBef>
        <a:buFont typeface="Arial" panose="020B0604020202090204" pitchFamily="34" charset="0"/>
        <a:buChar char="•"/>
        <a:defRPr sz="1420" kern="1200">
          <a:solidFill>
            <a:schemeClr val="tx1"/>
          </a:solidFill>
          <a:latin typeface="+mn-lt"/>
          <a:ea typeface="+mn-ea"/>
          <a:cs typeface="+mn-cs"/>
        </a:defRPr>
      </a:lvl3pPr>
      <a:lvl4pPr marL="1137920" indent="-162560" algn="l" defTabSz="650240" rtl="0" eaLnBrk="1" latinLnBrk="0" hangingPunct="1">
        <a:lnSpc>
          <a:spcPct val="90000"/>
        </a:lnSpc>
        <a:spcBef>
          <a:spcPts val="355"/>
        </a:spcBef>
        <a:buFont typeface="Arial" panose="020B0604020202090204" pitchFamily="34" charset="0"/>
        <a:buChar char="•"/>
        <a:defRPr sz="1280" kern="1200">
          <a:solidFill>
            <a:schemeClr val="tx1"/>
          </a:solidFill>
          <a:latin typeface="+mn-lt"/>
          <a:ea typeface="+mn-ea"/>
          <a:cs typeface="+mn-cs"/>
        </a:defRPr>
      </a:lvl4pPr>
      <a:lvl5pPr marL="1463040" indent="-162560" algn="l" defTabSz="650240" rtl="0" eaLnBrk="1" latinLnBrk="0" hangingPunct="1">
        <a:lnSpc>
          <a:spcPct val="90000"/>
        </a:lnSpc>
        <a:spcBef>
          <a:spcPts val="355"/>
        </a:spcBef>
        <a:buFont typeface="Arial" panose="020B0604020202090204" pitchFamily="34" charset="0"/>
        <a:buChar char="•"/>
        <a:defRPr sz="1280" kern="1200">
          <a:solidFill>
            <a:schemeClr val="tx1"/>
          </a:solidFill>
          <a:latin typeface="+mn-lt"/>
          <a:ea typeface="+mn-ea"/>
          <a:cs typeface="+mn-cs"/>
        </a:defRPr>
      </a:lvl5pPr>
      <a:lvl6pPr marL="1788160" indent="-162560" algn="l" defTabSz="650240" rtl="0" eaLnBrk="1" latinLnBrk="0" hangingPunct="1">
        <a:lnSpc>
          <a:spcPct val="90000"/>
        </a:lnSpc>
        <a:spcBef>
          <a:spcPts val="355"/>
        </a:spcBef>
        <a:buFont typeface="Arial" panose="020B0604020202090204" pitchFamily="34" charset="0"/>
        <a:buChar char="•"/>
        <a:defRPr sz="1280" kern="1200">
          <a:solidFill>
            <a:schemeClr val="tx1"/>
          </a:solidFill>
          <a:latin typeface="+mn-lt"/>
          <a:ea typeface="+mn-ea"/>
          <a:cs typeface="+mn-cs"/>
        </a:defRPr>
      </a:lvl6pPr>
      <a:lvl7pPr marL="2113280" indent="-162560" algn="l" defTabSz="650240" rtl="0" eaLnBrk="1" latinLnBrk="0" hangingPunct="1">
        <a:lnSpc>
          <a:spcPct val="90000"/>
        </a:lnSpc>
        <a:spcBef>
          <a:spcPts val="355"/>
        </a:spcBef>
        <a:buFont typeface="Arial" panose="020B0604020202090204" pitchFamily="34" charset="0"/>
        <a:buChar char="•"/>
        <a:defRPr sz="1280" kern="1200">
          <a:solidFill>
            <a:schemeClr val="tx1"/>
          </a:solidFill>
          <a:latin typeface="+mn-lt"/>
          <a:ea typeface="+mn-ea"/>
          <a:cs typeface="+mn-cs"/>
        </a:defRPr>
      </a:lvl7pPr>
      <a:lvl8pPr marL="2438400" indent="-162560" algn="l" defTabSz="650240" rtl="0" eaLnBrk="1" latinLnBrk="0" hangingPunct="1">
        <a:lnSpc>
          <a:spcPct val="90000"/>
        </a:lnSpc>
        <a:spcBef>
          <a:spcPts val="355"/>
        </a:spcBef>
        <a:buFont typeface="Arial" panose="020B0604020202090204" pitchFamily="34" charset="0"/>
        <a:buChar char="•"/>
        <a:defRPr sz="1280" kern="1200">
          <a:solidFill>
            <a:schemeClr val="tx1"/>
          </a:solidFill>
          <a:latin typeface="+mn-lt"/>
          <a:ea typeface="+mn-ea"/>
          <a:cs typeface="+mn-cs"/>
        </a:defRPr>
      </a:lvl8pPr>
      <a:lvl9pPr marL="2763520" indent="-162560" algn="l" defTabSz="650240" rtl="0" eaLnBrk="1" latinLnBrk="0" hangingPunct="1">
        <a:lnSpc>
          <a:spcPct val="90000"/>
        </a:lnSpc>
        <a:spcBef>
          <a:spcPts val="355"/>
        </a:spcBef>
        <a:buFont typeface="Arial" panose="020B0604020202090204" pitchFamily="34" charset="0"/>
        <a:buChar char="•"/>
        <a:defRPr sz="1280" kern="1200">
          <a:solidFill>
            <a:schemeClr val="tx1"/>
          </a:solidFill>
          <a:latin typeface="+mn-lt"/>
          <a:ea typeface="+mn-ea"/>
          <a:cs typeface="+mn-cs"/>
        </a:defRPr>
      </a:lvl9pPr>
    </p:bodyStyle>
    <p:otherStyle>
      <a:defPPr>
        <a:defRPr lang="zh-CN"/>
      </a:defPPr>
      <a:lvl1pPr marL="0" algn="l" defTabSz="650240" rtl="0" eaLnBrk="1" latinLnBrk="0" hangingPunct="1">
        <a:defRPr sz="1280" kern="1200">
          <a:solidFill>
            <a:schemeClr val="tx1"/>
          </a:solidFill>
          <a:latin typeface="+mn-lt"/>
          <a:ea typeface="+mn-ea"/>
          <a:cs typeface="+mn-cs"/>
        </a:defRPr>
      </a:lvl1pPr>
      <a:lvl2pPr marL="325120" algn="l" defTabSz="650240" rtl="0" eaLnBrk="1" latinLnBrk="0" hangingPunct="1">
        <a:defRPr sz="1280" kern="1200">
          <a:solidFill>
            <a:schemeClr val="tx1"/>
          </a:solidFill>
          <a:latin typeface="+mn-lt"/>
          <a:ea typeface="+mn-ea"/>
          <a:cs typeface="+mn-cs"/>
        </a:defRPr>
      </a:lvl2pPr>
      <a:lvl3pPr marL="650240" algn="l" defTabSz="650240" rtl="0" eaLnBrk="1" latinLnBrk="0" hangingPunct="1">
        <a:defRPr sz="1280" kern="1200">
          <a:solidFill>
            <a:schemeClr val="tx1"/>
          </a:solidFill>
          <a:latin typeface="+mn-lt"/>
          <a:ea typeface="+mn-ea"/>
          <a:cs typeface="+mn-cs"/>
        </a:defRPr>
      </a:lvl3pPr>
      <a:lvl4pPr marL="975360" algn="l" defTabSz="650240" rtl="0" eaLnBrk="1" latinLnBrk="0" hangingPunct="1">
        <a:defRPr sz="1280" kern="1200">
          <a:solidFill>
            <a:schemeClr val="tx1"/>
          </a:solidFill>
          <a:latin typeface="+mn-lt"/>
          <a:ea typeface="+mn-ea"/>
          <a:cs typeface="+mn-cs"/>
        </a:defRPr>
      </a:lvl4pPr>
      <a:lvl5pPr marL="1300480" algn="l" defTabSz="650240" rtl="0" eaLnBrk="1" latinLnBrk="0" hangingPunct="1">
        <a:defRPr sz="1280" kern="1200">
          <a:solidFill>
            <a:schemeClr val="tx1"/>
          </a:solidFill>
          <a:latin typeface="+mn-lt"/>
          <a:ea typeface="+mn-ea"/>
          <a:cs typeface="+mn-cs"/>
        </a:defRPr>
      </a:lvl5pPr>
      <a:lvl6pPr marL="1625600" algn="l" defTabSz="650240" rtl="0" eaLnBrk="1" latinLnBrk="0" hangingPunct="1">
        <a:defRPr sz="1280" kern="1200">
          <a:solidFill>
            <a:schemeClr val="tx1"/>
          </a:solidFill>
          <a:latin typeface="+mn-lt"/>
          <a:ea typeface="+mn-ea"/>
          <a:cs typeface="+mn-cs"/>
        </a:defRPr>
      </a:lvl6pPr>
      <a:lvl7pPr marL="1950720" algn="l" defTabSz="650240" rtl="0" eaLnBrk="1" latinLnBrk="0" hangingPunct="1">
        <a:defRPr sz="1280" kern="1200">
          <a:solidFill>
            <a:schemeClr val="tx1"/>
          </a:solidFill>
          <a:latin typeface="+mn-lt"/>
          <a:ea typeface="+mn-ea"/>
          <a:cs typeface="+mn-cs"/>
        </a:defRPr>
      </a:lvl7pPr>
      <a:lvl8pPr marL="2275840" algn="l" defTabSz="650240" rtl="0" eaLnBrk="1" latinLnBrk="0" hangingPunct="1">
        <a:defRPr sz="1280" kern="1200">
          <a:solidFill>
            <a:schemeClr val="tx1"/>
          </a:solidFill>
          <a:latin typeface="+mn-lt"/>
          <a:ea typeface="+mn-ea"/>
          <a:cs typeface="+mn-cs"/>
        </a:defRPr>
      </a:lvl8pPr>
      <a:lvl9pPr marL="2601595" algn="l" defTabSz="650240" rtl="0" eaLnBrk="1" latinLnBrk="0" hangingPunct="1">
        <a:defRPr sz="128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标题占位符 1"/>
          <p:cNvSpPr>
            <a:spLocks noGrp="1"/>
          </p:cNvSpPr>
          <p:nvPr>
            <p:ph type="title"/>
          </p:nvPr>
        </p:nvSpPr>
        <p:spPr bwMode="auto">
          <a:xfrm>
            <a:off x="457200" y="205979"/>
            <a:ext cx="8229600" cy="857250"/>
          </a:xfrm>
          <a:prstGeom prst="rect">
            <a:avLst/>
          </a:prstGeom>
          <a:noFill/>
          <a:ln w="9525">
            <a:noFill/>
            <a:miter lim="800000"/>
          </a:ln>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2051" name="文本占位符 2"/>
          <p:cNvSpPr>
            <a:spLocks noGrp="1"/>
          </p:cNvSpPr>
          <p:nvPr>
            <p:ph type="body" idx="1"/>
          </p:nvPr>
        </p:nvSpPr>
        <p:spPr bwMode="auto">
          <a:xfrm>
            <a:off x="457200" y="1200151"/>
            <a:ext cx="8229600" cy="3394472"/>
          </a:xfrm>
          <a:prstGeom prst="rect">
            <a:avLst/>
          </a:prstGeom>
          <a:noFill/>
          <a:ln w="9525">
            <a:noFill/>
            <a:miter lim="800000"/>
          </a:ln>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fontAlgn="auto">
              <a:spcBef>
                <a:spcPts val="0"/>
              </a:spcBef>
              <a:spcAft>
                <a:spcPts val="0"/>
              </a:spcAft>
              <a:defRPr sz="675">
                <a:solidFill>
                  <a:prstClr val="black">
                    <a:tint val="75000"/>
                  </a:prstClr>
                </a:solidFill>
                <a:latin typeface="+mn-lt"/>
                <a:ea typeface="+mn-ea"/>
              </a:defRPr>
            </a:lvl1pPr>
          </a:lstStyle>
          <a:p>
            <a:pPr defTabSz="685800">
              <a:defRPr/>
            </a:pPr>
            <a:fld id="{703B90A8-0B5B-437A-924F-29BDCB0AB4C6}" type="datetime1">
              <a:rPr lang="zh-CN" altLang="en-US" smtClean="0"/>
            </a:fld>
            <a:endParaRPr lang="zh-CN" altLang="en-US"/>
          </a:p>
        </p:txBody>
      </p:sp>
      <p:sp>
        <p:nvSpPr>
          <p:cNvPr id="5" name="页脚占位符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fontAlgn="auto">
              <a:spcBef>
                <a:spcPts val="0"/>
              </a:spcBef>
              <a:spcAft>
                <a:spcPts val="0"/>
              </a:spcAft>
              <a:defRPr sz="675">
                <a:solidFill>
                  <a:prstClr val="black">
                    <a:tint val="75000"/>
                  </a:prstClr>
                </a:solidFill>
                <a:latin typeface="+mn-lt"/>
                <a:ea typeface="+mn-ea"/>
              </a:defRPr>
            </a:lvl1pPr>
          </a:lstStyle>
          <a:p>
            <a:pPr defTabSz="685800">
              <a:defRPr/>
            </a:pPr>
            <a:endParaRPr lang="zh-CN" altLang="en-US"/>
          </a:p>
        </p:txBody>
      </p:sp>
      <p:sp>
        <p:nvSpPr>
          <p:cNvPr id="6" name="灯片编号占位符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fontAlgn="auto">
              <a:spcBef>
                <a:spcPts val="0"/>
              </a:spcBef>
              <a:spcAft>
                <a:spcPts val="0"/>
              </a:spcAft>
              <a:defRPr sz="675">
                <a:solidFill>
                  <a:prstClr val="black">
                    <a:tint val="75000"/>
                  </a:prstClr>
                </a:solidFill>
                <a:latin typeface="+mn-lt"/>
                <a:ea typeface="+mn-ea"/>
              </a:defRPr>
            </a:lvl1pPr>
          </a:lstStyle>
          <a:p>
            <a:pPr defTabSz="685800">
              <a:defRPr/>
            </a:pPr>
            <a:fld id="{8504E074-421C-4A6E-AD27-7C4007D701E2}" type="slidenum">
              <a:rPr lang="zh-CN" altLang="en-US" smtClean="0"/>
            </a:fld>
            <a:endParaRPr lang="zh-CN" altLang="en-US"/>
          </a:p>
        </p:txBody>
      </p:sp>
      <p:sp>
        <p:nvSpPr>
          <p:cNvPr id="8" name="矩形 7"/>
          <p:cNvSpPr/>
          <p:nvPr userDrawn="1"/>
        </p:nvSpPr>
        <p:spPr>
          <a:xfrm>
            <a:off x="1" y="0"/>
            <a:ext cx="323528" cy="681540"/>
          </a:xfrm>
          <a:prstGeom prst="rect">
            <a:avLst/>
          </a:prstGeom>
          <a:solidFill>
            <a:srgbClr val="0069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base">
              <a:spcBef>
                <a:spcPct val="0"/>
              </a:spcBef>
              <a:spcAft>
                <a:spcPct val="0"/>
              </a:spcAft>
            </a:pPr>
            <a:endParaRPr lang="zh-CN" altLang="en-US" sz="1800">
              <a:solidFill>
                <a:prstClr val="white"/>
              </a:solidFill>
            </a:endParaRPr>
          </a:p>
        </p:txBody>
      </p:sp>
      <p:sp>
        <p:nvSpPr>
          <p:cNvPr id="10" name="矩形 9"/>
          <p:cNvSpPr/>
          <p:nvPr userDrawn="1"/>
        </p:nvSpPr>
        <p:spPr>
          <a:xfrm>
            <a:off x="1197" y="641676"/>
            <a:ext cx="9153364" cy="34289"/>
          </a:xfrm>
          <a:prstGeom prst="rect">
            <a:avLst/>
          </a:prstGeom>
          <a:solidFill>
            <a:srgbClr val="0069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base">
              <a:spcBef>
                <a:spcPct val="0"/>
              </a:spcBef>
              <a:spcAft>
                <a:spcPct val="0"/>
              </a:spcAft>
            </a:pPr>
            <a:endParaRPr lang="zh-CN" altLang="en-US" sz="1800">
              <a:solidFill>
                <a:prstClr val="white"/>
              </a:solidFill>
            </a:endParaRPr>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hf sldNum="0" hdr="0" ftr="0" dt="0"/>
  <p:txStyles>
    <p:titleStyle>
      <a:lvl1pPr algn="ctr" rtl="0" eaLnBrk="0" fontAlgn="base" hangingPunct="0">
        <a:spcBef>
          <a:spcPct val="0"/>
        </a:spcBef>
        <a:spcAft>
          <a:spcPct val="0"/>
        </a:spcAft>
        <a:defRPr sz="2475" kern="1200">
          <a:solidFill>
            <a:schemeClr val="tx1"/>
          </a:solidFill>
          <a:latin typeface="+mj-lt"/>
          <a:ea typeface="+mj-ea"/>
          <a:cs typeface="+mj-cs"/>
        </a:defRPr>
      </a:lvl1pPr>
      <a:lvl2pPr algn="ctr" rtl="0" eaLnBrk="0" fontAlgn="base" hangingPunct="0">
        <a:spcBef>
          <a:spcPct val="0"/>
        </a:spcBef>
        <a:spcAft>
          <a:spcPct val="0"/>
        </a:spcAft>
        <a:defRPr sz="2475">
          <a:solidFill>
            <a:schemeClr val="tx1"/>
          </a:solidFill>
          <a:latin typeface="Calibri" panose="020F0502020204030204" pitchFamily="34" charset="0"/>
          <a:ea typeface="宋体" pitchFamily="2" charset="-122"/>
        </a:defRPr>
      </a:lvl2pPr>
      <a:lvl3pPr algn="ctr" rtl="0" eaLnBrk="0" fontAlgn="base" hangingPunct="0">
        <a:spcBef>
          <a:spcPct val="0"/>
        </a:spcBef>
        <a:spcAft>
          <a:spcPct val="0"/>
        </a:spcAft>
        <a:defRPr sz="2475">
          <a:solidFill>
            <a:schemeClr val="tx1"/>
          </a:solidFill>
          <a:latin typeface="Calibri" panose="020F0502020204030204" pitchFamily="34" charset="0"/>
          <a:ea typeface="宋体" pitchFamily="2" charset="-122"/>
        </a:defRPr>
      </a:lvl3pPr>
      <a:lvl4pPr algn="ctr" rtl="0" eaLnBrk="0" fontAlgn="base" hangingPunct="0">
        <a:spcBef>
          <a:spcPct val="0"/>
        </a:spcBef>
        <a:spcAft>
          <a:spcPct val="0"/>
        </a:spcAft>
        <a:defRPr sz="2475">
          <a:solidFill>
            <a:schemeClr val="tx1"/>
          </a:solidFill>
          <a:latin typeface="Calibri" panose="020F0502020204030204" pitchFamily="34" charset="0"/>
          <a:ea typeface="宋体" pitchFamily="2" charset="-122"/>
        </a:defRPr>
      </a:lvl4pPr>
      <a:lvl5pPr algn="ctr" rtl="0" eaLnBrk="0" fontAlgn="base" hangingPunct="0">
        <a:spcBef>
          <a:spcPct val="0"/>
        </a:spcBef>
        <a:spcAft>
          <a:spcPct val="0"/>
        </a:spcAft>
        <a:defRPr sz="2475">
          <a:solidFill>
            <a:schemeClr val="tx1"/>
          </a:solidFill>
          <a:latin typeface="Calibri" panose="020F0502020204030204" pitchFamily="34" charset="0"/>
          <a:ea typeface="宋体" pitchFamily="2" charset="-122"/>
        </a:defRPr>
      </a:lvl5pPr>
      <a:lvl6pPr marL="257175" algn="ctr" rtl="0" fontAlgn="base">
        <a:spcBef>
          <a:spcPct val="0"/>
        </a:spcBef>
        <a:spcAft>
          <a:spcPct val="0"/>
        </a:spcAft>
        <a:defRPr sz="2475">
          <a:solidFill>
            <a:schemeClr val="tx1"/>
          </a:solidFill>
          <a:latin typeface="Calibri" panose="020F0502020204030204" pitchFamily="34" charset="0"/>
          <a:ea typeface="宋体" pitchFamily="2" charset="-122"/>
        </a:defRPr>
      </a:lvl6pPr>
      <a:lvl7pPr marL="514350" algn="ctr" rtl="0" fontAlgn="base">
        <a:spcBef>
          <a:spcPct val="0"/>
        </a:spcBef>
        <a:spcAft>
          <a:spcPct val="0"/>
        </a:spcAft>
        <a:defRPr sz="2475">
          <a:solidFill>
            <a:schemeClr val="tx1"/>
          </a:solidFill>
          <a:latin typeface="Calibri" panose="020F0502020204030204" pitchFamily="34" charset="0"/>
          <a:ea typeface="宋体" pitchFamily="2" charset="-122"/>
        </a:defRPr>
      </a:lvl7pPr>
      <a:lvl8pPr marL="771525" algn="ctr" rtl="0" fontAlgn="base">
        <a:spcBef>
          <a:spcPct val="0"/>
        </a:spcBef>
        <a:spcAft>
          <a:spcPct val="0"/>
        </a:spcAft>
        <a:defRPr sz="2475">
          <a:solidFill>
            <a:schemeClr val="tx1"/>
          </a:solidFill>
          <a:latin typeface="Calibri" panose="020F0502020204030204" pitchFamily="34" charset="0"/>
          <a:ea typeface="宋体" pitchFamily="2" charset="-122"/>
        </a:defRPr>
      </a:lvl8pPr>
      <a:lvl9pPr marL="1028700" algn="ctr" rtl="0" fontAlgn="base">
        <a:spcBef>
          <a:spcPct val="0"/>
        </a:spcBef>
        <a:spcAft>
          <a:spcPct val="0"/>
        </a:spcAft>
        <a:defRPr sz="2475">
          <a:solidFill>
            <a:schemeClr val="tx1"/>
          </a:solidFill>
          <a:latin typeface="Calibri" panose="020F0502020204030204" pitchFamily="34" charset="0"/>
          <a:ea typeface="宋体" pitchFamily="2" charset="-122"/>
        </a:defRPr>
      </a:lvl9pPr>
    </p:titleStyle>
    <p:bodyStyle>
      <a:lvl1pPr marL="193040" indent="-193040" algn="l" rtl="0" eaLnBrk="0" fontAlgn="base" hangingPunct="0">
        <a:spcBef>
          <a:spcPct val="20000"/>
        </a:spcBef>
        <a:spcAft>
          <a:spcPct val="0"/>
        </a:spcAft>
        <a:buFont typeface="Arial" panose="020B0604020202090204" pitchFamily="34" charset="0"/>
        <a:buChar char="•"/>
        <a:defRPr sz="1800" kern="1200">
          <a:solidFill>
            <a:schemeClr val="tx1"/>
          </a:solidFill>
          <a:latin typeface="+mn-lt"/>
          <a:ea typeface="+mn-ea"/>
          <a:cs typeface="+mn-cs"/>
        </a:defRPr>
      </a:lvl1pPr>
      <a:lvl2pPr marL="417830" indent="-160655" algn="l" rtl="0" eaLnBrk="0" fontAlgn="base" hangingPunct="0">
        <a:spcBef>
          <a:spcPct val="20000"/>
        </a:spcBef>
        <a:spcAft>
          <a:spcPct val="0"/>
        </a:spcAft>
        <a:buFont typeface="Arial" panose="020B0604020202090204" pitchFamily="34" charset="0"/>
        <a:buChar char="–"/>
        <a:defRPr sz="1575" kern="1200">
          <a:solidFill>
            <a:schemeClr val="tx1"/>
          </a:solidFill>
          <a:latin typeface="+mn-lt"/>
          <a:ea typeface="+mn-ea"/>
          <a:cs typeface="+mn-cs"/>
        </a:defRPr>
      </a:lvl2pPr>
      <a:lvl3pPr marL="642620" indent="-128270" algn="l" rtl="0" eaLnBrk="0" fontAlgn="base" hangingPunct="0">
        <a:spcBef>
          <a:spcPct val="20000"/>
        </a:spcBef>
        <a:spcAft>
          <a:spcPct val="0"/>
        </a:spcAft>
        <a:buFont typeface="Arial" panose="020B0604020202090204" pitchFamily="34" charset="0"/>
        <a:buChar char="•"/>
        <a:defRPr sz="1350" kern="1200">
          <a:solidFill>
            <a:schemeClr val="tx1"/>
          </a:solidFill>
          <a:latin typeface="+mn-lt"/>
          <a:ea typeface="+mn-ea"/>
          <a:cs typeface="+mn-cs"/>
        </a:defRPr>
      </a:lvl3pPr>
      <a:lvl4pPr marL="899795" indent="-128270" algn="l" rtl="0" eaLnBrk="0" fontAlgn="base" hangingPunct="0">
        <a:spcBef>
          <a:spcPct val="20000"/>
        </a:spcBef>
        <a:spcAft>
          <a:spcPct val="0"/>
        </a:spcAft>
        <a:buFont typeface="Arial" panose="020B0604020202090204" pitchFamily="34" charset="0"/>
        <a:buChar char="–"/>
        <a:defRPr sz="1125" kern="1200">
          <a:solidFill>
            <a:schemeClr val="tx1"/>
          </a:solidFill>
          <a:latin typeface="+mn-lt"/>
          <a:ea typeface="+mn-ea"/>
          <a:cs typeface="+mn-cs"/>
        </a:defRPr>
      </a:lvl4pPr>
      <a:lvl5pPr marL="1156970" indent="-128270" algn="l" rtl="0" eaLnBrk="0" fontAlgn="base" hangingPunct="0">
        <a:spcBef>
          <a:spcPct val="20000"/>
        </a:spcBef>
        <a:spcAft>
          <a:spcPct val="0"/>
        </a:spcAft>
        <a:buFont typeface="Arial" panose="020B0604020202090204" pitchFamily="34" charset="0"/>
        <a:buChar char="»"/>
        <a:defRPr sz="1125" kern="1200">
          <a:solidFill>
            <a:schemeClr val="tx1"/>
          </a:solidFill>
          <a:latin typeface="+mn-lt"/>
          <a:ea typeface="+mn-ea"/>
          <a:cs typeface="+mn-cs"/>
        </a:defRPr>
      </a:lvl5pPr>
      <a:lvl6pPr marL="1414145" indent="-128270" algn="l" defTabSz="514350" rtl="0" eaLnBrk="1" latinLnBrk="0" hangingPunct="1">
        <a:spcBef>
          <a:spcPct val="20000"/>
        </a:spcBef>
        <a:buFont typeface="Arial" panose="020B0604020202090204" pitchFamily="34" charset="0"/>
        <a:buChar char="•"/>
        <a:defRPr sz="1125" kern="1200">
          <a:solidFill>
            <a:schemeClr val="tx1"/>
          </a:solidFill>
          <a:latin typeface="+mn-lt"/>
          <a:ea typeface="+mn-ea"/>
          <a:cs typeface="+mn-cs"/>
        </a:defRPr>
      </a:lvl6pPr>
      <a:lvl7pPr marL="1671320" indent="-128270" algn="l" defTabSz="514350" rtl="0" eaLnBrk="1" latinLnBrk="0" hangingPunct="1">
        <a:spcBef>
          <a:spcPct val="20000"/>
        </a:spcBef>
        <a:buFont typeface="Arial" panose="020B0604020202090204" pitchFamily="34" charset="0"/>
        <a:buChar char="•"/>
        <a:defRPr sz="1125" kern="1200">
          <a:solidFill>
            <a:schemeClr val="tx1"/>
          </a:solidFill>
          <a:latin typeface="+mn-lt"/>
          <a:ea typeface="+mn-ea"/>
          <a:cs typeface="+mn-cs"/>
        </a:defRPr>
      </a:lvl7pPr>
      <a:lvl8pPr marL="1928495" indent="-128270" algn="l" defTabSz="514350" rtl="0" eaLnBrk="1" latinLnBrk="0" hangingPunct="1">
        <a:spcBef>
          <a:spcPct val="20000"/>
        </a:spcBef>
        <a:buFont typeface="Arial" panose="020B0604020202090204" pitchFamily="34" charset="0"/>
        <a:buChar char="•"/>
        <a:defRPr sz="1125" kern="1200">
          <a:solidFill>
            <a:schemeClr val="tx1"/>
          </a:solidFill>
          <a:latin typeface="+mn-lt"/>
          <a:ea typeface="+mn-ea"/>
          <a:cs typeface="+mn-cs"/>
        </a:defRPr>
      </a:lvl8pPr>
      <a:lvl9pPr marL="2185670" indent="-128270" algn="l" defTabSz="514350" rtl="0" eaLnBrk="1" latinLnBrk="0" hangingPunct="1">
        <a:spcBef>
          <a:spcPct val="20000"/>
        </a:spcBef>
        <a:buFont typeface="Arial" panose="020B0604020202090204" pitchFamily="34" charset="0"/>
        <a:buChar char="•"/>
        <a:defRPr sz="1125" kern="1200">
          <a:solidFill>
            <a:schemeClr val="tx1"/>
          </a:solidFill>
          <a:latin typeface="+mn-lt"/>
          <a:ea typeface="+mn-ea"/>
          <a:cs typeface="+mn-cs"/>
        </a:defRPr>
      </a:lvl9pPr>
    </p:bodyStyle>
    <p:otherStyle>
      <a:defPPr>
        <a:defRPr lang="zh-CN"/>
      </a:defPPr>
      <a:lvl1pPr marL="0" algn="l" defTabSz="514350" rtl="0" eaLnBrk="1" latinLnBrk="0" hangingPunct="1">
        <a:defRPr sz="1015" kern="1200">
          <a:solidFill>
            <a:schemeClr val="tx1"/>
          </a:solidFill>
          <a:latin typeface="+mn-lt"/>
          <a:ea typeface="+mn-ea"/>
          <a:cs typeface="+mn-cs"/>
        </a:defRPr>
      </a:lvl1pPr>
      <a:lvl2pPr marL="257175" algn="l" defTabSz="514350" rtl="0" eaLnBrk="1" latinLnBrk="0" hangingPunct="1">
        <a:defRPr sz="1015" kern="1200">
          <a:solidFill>
            <a:schemeClr val="tx1"/>
          </a:solidFill>
          <a:latin typeface="+mn-lt"/>
          <a:ea typeface="+mn-ea"/>
          <a:cs typeface="+mn-cs"/>
        </a:defRPr>
      </a:lvl2pPr>
      <a:lvl3pPr marL="514350" algn="l" defTabSz="514350" rtl="0" eaLnBrk="1" latinLnBrk="0" hangingPunct="1">
        <a:defRPr sz="1015" kern="1200">
          <a:solidFill>
            <a:schemeClr val="tx1"/>
          </a:solidFill>
          <a:latin typeface="+mn-lt"/>
          <a:ea typeface="+mn-ea"/>
          <a:cs typeface="+mn-cs"/>
        </a:defRPr>
      </a:lvl3pPr>
      <a:lvl4pPr marL="771525" algn="l" defTabSz="514350" rtl="0" eaLnBrk="1" latinLnBrk="0" hangingPunct="1">
        <a:defRPr sz="1015" kern="1200">
          <a:solidFill>
            <a:schemeClr val="tx1"/>
          </a:solidFill>
          <a:latin typeface="+mn-lt"/>
          <a:ea typeface="+mn-ea"/>
          <a:cs typeface="+mn-cs"/>
        </a:defRPr>
      </a:lvl4pPr>
      <a:lvl5pPr marL="1028700" algn="l" defTabSz="514350" rtl="0" eaLnBrk="1" latinLnBrk="0" hangingPunct="1">
        <a:defRPr sz="1015" kern="1200">
          <a:solidFill>
            <a:schemeClr val="tx1"/>
          </a:solidFill>
          <a:latin typeface="+mn-lt"/>
          <a:ea typeface="+mn-ea"/>
          <a:cs typeface="+mn-cs"/>
        </a:defRPr>
      </a:lvl5pPr>
      <a:lvl6pPr marL="1285875" algn="l" defTabSz="514350" rtl="0" eaLnBrk="1" latinLnBrk="0" hangingPunct="1">
        <a:defRPr sz="1015" kern="1200">
          <a:solidFill>
            <a:schemeClr val="tx1"/>
          </a:solidFill>
          <a:latin typeface="+mn-lt"/>
          <a:ea typeface="+mn-ea"/>
          <a:cs typeface="+mn-cs"/>
        </a:defRPr>
      </a:lvl6pPr>
      <a:lvl7pPr marL="1543050" algn="l" defTabSz="514350" rtl="0" eaLnBrk="1" latinLnBrk="0" hangingPunct="1">
        <a:defRPr sz="1015" kern="1200">
          <a:solidFill>
            <a:schemeClr val="tx1"/>
          </a:solidFill>
          <a:latin typeface="+mn-lt"/>
          <a:ea typeface="+mn-ea"/>
          <a:cs typeface="+mn-cs"/>
        </a:defRPr>
      </a:lvl7pPr>
      <a:lvl8pPr marL="1800225" algn="l" defTabSz="514350" rtl="0" eaLnBrk="1" latinLnBrk="0" hangingPunct="1">
        <a:defRPr sz="1015" kern="1200">
          <a:solidFill>
            <a:schemeClr val="tx1"/>
          </a:solidFill>
          <a:latin typeface="+mn-lt"/>
          <a:ea typeface="+mn-ea"/>
          <a:cs typeface="+mn-cs"/>
        </a:defRPr>
      </a:lvl8pPr>
      <a:lvl9pPr marL="2057400" algn="l" defTabSz="514350" rtl="0" eaLnBrk="1" latinLnBrk="0" hangingPunct="1">
        <a:defRPr sz="10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5.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5.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5.xml"/><Relationship Id="rId1"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1881558" y="4662986"/>
            <a:ext cx="309880" cy="306705"/>
          </a:xfrm>
          <a:prstGeom prst="rect">
            <a:avLst/>
          </a:prstGeom>
        </p:spPr>
        <p:txBody>
          <a:bodyPr wrap="none">
            <a:spAutoFit/>
          </a:bodyPr>
          <a:lstStyle/>
          <a:p>
            <a:endParaRPr lang="en-US" altLang="zh-CN" sz="1400" b="1" dirty="0">
              <a:solidFill>
                <a:srgbClr val="C00000"/>
              </a:solidFill>
              <a:latin typeface="微软雅黑" panose="020B0503020204020204" pitchFamily="34" charset="-122"/>
              <a:ea typeface="微软雅黑" panose="020B0503020204020204" pitchFamily="34" charset="-122"/>
            </a:endParaRPr>
          </a:p>
        </p:txBody>
      </p:sp>
      <p:sp>
        <p:nvSpPr>
          <p:cNvPr id="12" name="矩形 11"/>
          <p:cNvSpPr/>
          <p:nvPr/>
        </p:nvSpPr>
        <p:spPr>
          <a:xfrm>
            <a:off x="6232127" y="4690341"/>
            <a:ext cx="309880" cy="306705"/>
          </a:xfrm>
          <a:prstGeom prst="rect">
            <a:avLst/>
          </a:prstGeom>
        </p:spPr>
        <p:txBody>
          <a:bodyPr wrap="none">
            <a:spAutoFit/>
          </a:bodyPr>
          <a:lstStyle/>
          <a:p>
            <a:endParaRPr lang="en-US" altLang="zh-CN" sz="1400" b="1" dirty="0">
              <a:solidFill>
                <a:srgbClr val="C00000"/>
              </a:solidFill>
              <a:latin typeface="微软雅黑" panose="020B0503020204020204" pitchFamily="34" charset="-122"/>
              <a:ea typeface="微软雅黑" panose="020B0503020204020204" pitchFamily="34" charset="-122"/>
            </a:endParaRPr>
          </a:p>
        </p:txBody>
      </p:sp>
      <p:sp>
        <p:nvSpPr>
          <p:cNvPr id="13" name="圆角矩形 65"/>
          <p:cNvSpPr/>
          <p:nvPr/>
        </p:nvSpPr>
        <p:spPr>
          <a:xfrm>
            <a:off x="23624" y="4616963"/>
            <a:ext cx="9097861" cy="504740"/>
          </a:xfrm>
          <a:prstGeom prst="roundRect">
            <a:avLst>
              <a:gd name="adj" fmla="val 10000"/>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5400000" scaled="1"/>
            <a:tileRect/>
          </a:gradFill>
          <a:effectLst>
            <a:outerShdw blurRad="88900" dist="127000" dir="3000000" algn="t" rotWithShape="0">
              <a:prstClr val="black">
                <a:alpha val="32000"/>
              </a:prstClr>
            </a:outerShdw>
          </a:effectLst>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nchor="ctr"/>
          <a:lstStyle/>
          <a:p>
            <a:pPr algn="ctr"/>
            <a:r>
              <a:rPr lang="zh-CN" altLang="en-US" sz="2000" b="1" dirty="0">
                <a:solidFill>
                  <a:prstClr val="white"/>
                </a:solidFill>
                <a:latin typeface="Arial" panose="020B0604020202090204" pitchFamily="34" charset="0"/>
                <a:ea typeface="微软雅黑" panose="020B0503020204020204" pitchFamily="34" charset="-122"/>
              </a:rPr>
              <a:t>兼顾轻量化空口</a:t>
            </a:r>
            <a:r>
              <a:rPr lang="en-US" altLang="zh-CN" sz="2000" b="1" dirty="0">
                <a:solidFill>
                  <a:prstClr val="white"/>
                </a:solidFill>
                <a:latin typeface="Arial" panose="020B0604020202090204" pitchFamily="34" charset="0"/>
                <a:ea typeface="微软雅黑" panose="020B0503020204020204" pitchFamily="34" charset="-122"/>
              </a:rPr>
              <a:t>AI</a:t>
            </a:r>
            <a:r>
              <a:rPr lang="zh-CN" altLang="en-US" sz="2000" b="1" dirty="0">
                <a:solidFill>
                  <a:srgbClr val="FFC000"/>
                </a:solidFill>
                <a:latin typeface="Arial" panose="020B0604020202090204" pitchFamily="34" charset="0"/>
                <a:ea typeface="微软雅黑" panose="020B0503020204020204" pitchFamily="34" charset="-122"/>
              </a:rPr>
              <a:t>推理准确性</a:t>
            </a:r>
            <a:r>
              <a:rPr lang="zh-CN" altLang="en-US" sz="2000" b="1" dirty="0">
                <a:solidFill>
                  <a:prstClr val="white"/>
                </a:solidFill>
                <a:latin typeface="Arial" panose="020B0604020202090204" pitchFamily="34" charset="0"/>
                <a:ea typeface="微软雅黑" panose="020B0503020204020204" pitchFamily="34" charset="-122"/>
              </a:rPr>
              <a:t>与模型</a:t>
            </a:r>
            <a:r>
              <a:rPr lang="zh-CN" altLang="en-US" sz="2000" b="1" dirty="0">
                <a:solidFill>
                  <a:prstClr val="white"/>
                </a:solidFill>
                <a:latin typeface="Arial" panose="020B0604020202090204" pitchFamily="34" charset="0"/>
                <a:ea typeface="微软雅黑" panose="020B0503020204020204" pitchFamily="34" charset="-122"/>
              </a:rPr>
              <a:t>实际部署的</a:t>
            </a:r>
            <a:r>
              <a:rPr lang="zh-CN" altLang="en-US" sz="2000" b="1" dirty="0">
                <a:solidFill>
                  <a:srgbClr val="FFC000"/>
                </a:solidFill>
                <a:latin typeface="Arial" panose="020B0604020202090204" pitchFamily="34" charset="0"/>
                <a:ea typeface="微软雅黑" panose="020B0503020204020204" pitchFamily="34" charset="-122"/>
              </a:rPr>
              <a:t>工程</a:t>
            </a:r>
            <a:r>
              <a:rPr lang="zh-CN" altLang="en-US" sz="2000" b="1" dirty="0">
                <a:solidFill>
                  <a:srgbClr val="FFC000"/>
                </a:solidFill>
                <a:latin typeface="Arial" panose="020B0604020202090204" pitchFamily="34" charset="0"/>
                <a:ea typeface="微软雅黑" panose="020B0503020204020204" pitchFamily="34" charset="-122"/>
              </a:rPr>
              <a:t>可行性</a:t>
            </a:r>
            <a:endParaRPr lang="zh-CN" altLang="en-US" sz="2000" b="1" dirty="0">
              <a:solidFill>
                <a:srgbClr val="FFC000"/>
              </a:solidFill>
              <a:latin typeface="Arial" panose="020B0604020202090204" pitchFamily="34" charset="0"/>
              <a:ea typeface="微软雅黑" panose="020B0503020204020204" pitchFamily="34" charset="-122"/>
            </a:endParaRPr>
          </a:p>
        </p:txBody>
      </p:sp>
      <p:sp>
        <p:nvSpPr>
          <p:cNvPr id="22" name="矩形 21"/>
          <p:cNvSpPr/>
          <p:nvPr/>
        </p:nvSpPr>
        <p:spPr>
          <a:xfrm>
            <a:off x="1062390" y="67272"/>
            <a:ext cx="7068820" cy="521970"/>
          </a:xfrm>
          <a:prstGeom prst="rect">
            <a:avLst/>
          </a:prstGeom>
        </p:spPr>
        <p:txBody>
          <a:bodyPr wrap="none">
            <a:spAutoFit/>
          </a:bodyPr>
          <a:lstStyle/>
          <a:p>
            <a:pPr algn="ctr" defTabSz="685800"/>
            <a:r>
              <a:rPr lang="zh-CN" altLang="en-US" sz="2800" b="1" dirty="0">
                <a:latin typeface="Arial" panose="020B0604020202090204" pitchFamily="34" charset="0"/>
                <a:ea typeface="微软雅黑" panose="020B0503020204020204" pitchFamily="34" charset="-122"/>
                <a:sym typeface="+mn-ea"/>
              </a:rPr>
              <a:t>研究内容二</a:t>
            </a:r>
            <a:r>
              <a:rPr lang="en-US" altLang="zh-CN" sz="2800" b="1" dirty="0">
                <a:latin typeface="Arial" panose="020B0604020202090204" pitchFamily="34" charset="0"/>
                <a:ea typeface="微软雅黑" panose="020B0503020204020204" pitchFamily="34" charset="-122"/>
                <a:sym typeface="+mn-ea"/>
              </a:rPr>
              <a:t>:</a:t>
            </a:r>
            <a:r>
              <a:rPr lang="zh-CN" altLang="en-US" sz="2800" b="1" dirty="0">
                <a:latin typeface="Arial" panose="020B0604020202090204" pitchFamily="34" charset="0"/>
                <a:ea typeface="微软雅黑" panose="020B0503020204020204" pitchFamily="34" charset="-122"/>
                <a:sym typeface="+mn-ea"/>
              </a:rPr>
              <a:t>轻量化空口</a:t>
            </a:r>
            <a:r>
              <a:rPr lang="en-US" altLang="zh-CN" sz="2800" b="1" dirty="0">
                <a:latin typeface="Arial" panose="020B0604020202090204" pitchFamily="34" charset="0"/>
                <a:ea typeface="微软雅黑" panose="020B0503020204020204" pitchFamily="34" charset="-122"/>
                <a:sym typeface="+mn-ea"/>
              </a:rPr>
              <a:t>AI</a:t>
            </a:r>
            <a:r>
              <a:rPr lang="zh-CN" altLang="en-US" sz="2800" b="1" dirty="0">
                <a:latin typeface="Arial" panose="020B0604020202090204" pitchFamily="34" charset="0"/>
                <a:ea typeface="微软雅黑" panose="020B0503020204020204" pitchFamily="34" charset="-122"/>
                <a:sym typeface="+mn-ea"/>
              </a:rPr>
              <a:t>软硬协同</a:t>
            </a:r>
            <a:r>
              <a:rPr lang="zh-CN" altLang="en-US" sz="2800" b="1" dirty="0">
                <a:latin typeface="Arial" panose="020B0604020202090204" pitchFamily="34" charset="0"/>
                <a:ea typeface="微软雅黑" panose="020B0503020204020204" pitchFamily="34" charset="-122"/>
                <a:sym typeface="+mn-ea"/>
              </a:rPr>
              <a:t>处理方法</a:t>
            </a:r>
            <a:endParaRPr lang="zh-CN" altLang="en-US" sz="2800" b="1" dirty="0">
              <a:latin typeface="Arial" panose="020B0604020202090204" pitchFamily="34" charset="0"/>
              <a:ea typeface="微软雅黑" panose="020B0503020204020204" pitchFamily="34" charset="-122"/>
              <a:sym typeface="+mn-ea"/>
            </a:endParaRPr>
          </a:p>
        </p:txBody>
      </p:sp>
      <p:grpSp>
        <p:nvGrpSpPr>
          <p:cNvPr id="27" name="组合 26"/>
          <p:cNvGrpSpPr/>
          <p:nvPr/>
        </p:nvGrpSpPr>
        <p:grpSpPr>
          <a:xfrm>
            <a:off x="-130270" y="1488036"/>
            <a:ext cx="2951497" cy="2745226"/>
            <a:chOff x="-280778" y="1482709"/>
            <a:chExt cx="2951497" cy="2745226"/>
          </a:xfrm>
        </p:grpSpPr>
        <p:sp>
          <p:nvSpPr>
            <p:cNvPr id="29" name="圆角矩形 1"/>
            <p:cNvSpPr/>
            <p:nvPr/>
          </p:nvSpPr>
          <p:spPr bwMode="auto">
            <a:xfrm>
              <a:off x="167242" y="1482709"/>
              <a:ext cx="2503477" cy="2745226"/>
            </a:xfrm>
            <a:prstGeom prst="roundRect">
              <a:avLst>
                <a:gd name="adj" fmla="val 5775"/>
              </a:avLst>
            </a:prstGeom>
            <a:noFill/>
            <a:ln w="28575" algn="ctr">
              <a:solidFill>
                <a:srgbClr val="FF0000"/>
              </a:solidFill>
              <a:round/>
            </a:ln>
          </p:spPr>
          <p:txBody>
            <a:bodyPr wrap="none" anchor="ctr"/>
            <a:lstStyle/>
            <a:p>
              <a:pPr marL="457200" lvl="1" eaLnBrk="0" hangingPunct="0">
                <a:lnSpc>
                  <a:spcPct val="120000"/>
                </a:lnSpc>
                <a:buSzPct val="50000"/>
                <a:tabLst>
                  <a:tab pos="185420" algn="l"/>
                </a:tabLst>
                <a:defRPr/>
              </a:pPr>
              <a:endParaRPr lang="en-US" altLang="zh-CN" sz="1800" b="1" dirty="0">
                <a:solidFill>
                  <a:srgbClr val="000000"/>
                </a:solidFill>
                <a:latin typeface="Arial" panose="020B0604020202090204" pitchFamily="34" charset="0"/>
                <a:ea typeface="黑体" panose="02010609060101010101" pitchFamily="2" charset="-122"/>
              </a:endParaRPr>
            </a:p>
          </p:txBody>
        </p:sp>
        <p:sp>
          <p:nvSpPr>
            <p:cNvPr id="30" name="矩形 29"/>
            <p:cNvSpPr/>
            <p:nvPr/>
          </p:nvSpPr>
          <p:spPr>
            <a:xfrm>
              <a:off x="-280778" y="1679306"/>
              <a:ext cx="2764545" cy="2306955"/>
            </a:xfrm>
            <a:prstGeom prst="rect">
              <a:avLst/>
            </a:prstGeom>
          </p:spPr>
          <p:txBody>
            <a:bodyPr wrap="square">
              <a:spAutoFit/>
            </a:bodyPr>
            <a:lstStyle/>
            <a:p>
              <a:pPr marL="914400" lvl="1" indent="-457200" eaLnBrk="0" hangingPunct="0">
                <a:lnSpc>
                  <a:spcPct val="200000"/>
                </a:lnSpc>
                <a:buSzPct val="50000"/>
                <a:buFont typeface="Wingdings" panose="05000000000000000000" pitchFamily="2" charset="2"/>
                <a:buChar char="q"/>
                <a:tabLst>
                  <a:tab pos="185420" algn="l"/>
                </a:tabLst>
                <a:defRPr/>
              </a:pPr>
              <a:r>
                <a:rPr lang="zh-CN" altLang="en-US" sz="1800" b="1" dirty="0">
                  <a:solidFill>
                    <a:srgbClr val="000000"/>
                  </a:solidFill>
                  <a:latin typeface="+mn-ea"/>
                </a:rPr>
                <a:t>模型</a:t>
              </a:r>
              <a:r>
                <a:rPr lang="zh-CN" altLang="en-US" sz="1800" b="1" dirty="0">
                  <a:solidFill>
                    <a:srgbClr val="C00000"/>
                  </a:solidFill>
                  <a:latin typeface="+mn-ea"/>
                </a:rPr>
                <a:t>结构冗余</a:t>
              </a:r>
              <a:endParaRPr lang="en-US" altLang="zh-CN" sz="1800" b="1" dirty="0">
                <a:solidFill>
                  <a:srgbClr val="C00000"/>
                </a:solidFill>
                <a:latin typeface="+mn-ea"/>
              </a:endParaRPr>
            </a:p>
            <a:p>
              <a:pPr marL="914400" lvl="1" indent="-457200" eaLnBrk="0" hangingPunct="0">
                <a:lnSpc>
                  <a:spcPct val="200000"/>
                </a:lnSpc>
                <a:buSzPct val="50000"/>
                <a:buFont typeface="Wingdings" panose="05000000000000000000" pitchFamily="2" charset="2"/>
                <a:buChar char="q"/>
                <a:tabLst>
                  <a:tab pos="185420" algn="l"/>
                </a:tabLst>
                <a:defRPr/>
              </a:pPr>
              <a:r>
                <a:rPr lang="zh-CN" altLang="en-US" sz="1800" b="1" dirty="0">
                  <a:solidFill>
                    <a:srgbClr val="000000"/>
                  </a:solidFill>
                  <a:latin typeface="+mn-ea"/>
                </a:rPr>
                <a:t>模型</a:t>
              </a:r>
              <a:r>
                <a:rPr lang="zh-CN" altLang="en-US" sz="1800" b="1" dirty="0">
                  <a:solidFill>
                    <a:srgbClr val="C00000"/>
                  </a:solidFill>
                  <a:latin typeface="+mn-ea"/>
                </a:rPr>
                <a:t>参数量大</a:t>
              </a:r>
              <a:endParaRPr lang="en-US" altLang="zh-CN" sz="1800" b="1" dirty="0">
                <a:solidFill>
                  <a:srgbClr val="C00000"/>
                </a:solidFill>
                <a:latin typeface="+mn-ea"/>
              </a:endParaRPr>
            </a:p>
            <a:p>
              <a:pPr marL="914400" lvl="1" indent="-457200" eaLnBrk="0" hangingPunct="0">
                <a:lnSpc>
                  <a:spcPct val="200000"/>
                </a:lnSpc>
                <a:buSzPct val="50000"/>
                <a:buFont typeface="Wingdings" panose="05000000000000000000" pitchFamily="2" charset="2"/>
                <a:buChar char="q"/>
                <a:tabLst>
                  <a:tab pos="185420" algn="l"/>
                </a:tabLst>
                <a:defRPr/>
              </a:pPr>
              <a:r>
                <a:rPr lang="zh-CN" altLang="en-US" sz="1800" b="1" dirty="0">
                  <a:solidFill>
                    <a:srgbClr val="000000"/>
                  </a:solidFill>
                  <a:latin typeface="+mn-ea"/>
                </a:rPr>
                <a:t>模型</a:t>
              </a:r>
              <a:r>
                <a:rPr lang="zh-CN" altLang="en-US" sz="1800" b="1" dirty="0">
                  <a:solidFill>
                    <a:srgbClr val="C00000"/>
                  </a:solidFill>
                  <a:latin typeface="+mn-ea"/>
                </a:rPr>
                <a:t>复杂度高</a:t>
              </a:r>
              <a:endParaRPr lang="en-US" altLang="zh-CN" sz="1800" b="1" dirty="0">
                <a:solidFill>
                  <a:srgbClr val="C00000"/>
                </a:solidFill>
                <a:latin typeface="+mn-ea"/>
              </a:endParaRPr>
            </a:p>
            <a:p>
              <a:pPr marL="914400" lvl="1" indent="-457200" eaLnBrk="0" hangingPunct="0">
                <a:lnSpc>
                  <a:spcPct val="200000"/>
                </a:lnSpc>
                <a:buSzPct val="50000"/>
                <a:buFont typeface="Wingdings" panose="05000000000000000000" pitchFamily="2" charset="2"/>
                <a:buChar char="q"/>
                <a:tabLst>
                  <a:tab pos="185420" algn="l"/>
                </a:tabLst>
                <a:defRPr/>
              </a:pPr>
              <a:r>
                <a:rPr lang="zh-CN" altLang="en-US" sz="1800" b="1" dirty="0">
                  <a:solidFill>
                    <a:schemeClr val="tx1"/>
                  </a:solidFill>
                  <a:latin typeface="+mn-ea"/>
                </a:rPr>
                <a:t>训练</a:t>
              </a:r>
              <a:r>
                <a:rPr lang="zh-CN" altLang="en-US" sz="1800" b="1" dirty="0">
                  <a:solidFill>
                    <a:srgbClr val="C00000"/>
                  </a:solidFill>
                  <a:latin typeface="+mn-ea"/>
                </a:rPr>
                <a:t>开销大</a:t>
              </a:r>
              <a:endParaRPr lang="zh-CN" altLang="en-US" sz="1800" b="1" dirty="0">
                <a:solidFill>
                  <a:srgbClr val="C00000"/>
                </a:solidFill>
                <a:latin typeface="+mn-ea"/>
              </a:endParaRPr>
            </a:p>
          </p:txBody>
        </p:sp>
      </p:grpSp>
      <p:grpSp>
        <p:nvGrpSpPr>
          <p:cNvPr id="31" name="组合 30"/>
          <p:cNvGrpSpPr/>
          <p:nvPr/>
        </p:nvGrpSpPr>
        <p:grpSpPr>
          <a:xfrm>
            <a:off x="3245324" y="857471"/>
            <a:ext cx="71755" cy="3512820"/>
            <a:chOff x="7541" y="1579"/>
            <a:chExt cx="113" cy="5532"/>
          </a:xfrm>
        </p:grpSpPr>
        <p:cxnSp>
          <p:nvCxnSpPr>
            <p:cNvPr id="32" name="直接连接符 31"/>
            <p:cNvCxnSpPr/>
            <p:nvPr/>
          </p:nvCxnSpPr>
          <p:spPr>
            <a:xfrm>
              <a:off x="7620" y="1579"/>
              <a:ext cx="34" cy="5533"/>
            </a:xfrm>
            <a:prstGeom prst="line">
              <a:avLst/>
            </a:prstGeom>
            <a:noFill/>
            <a:ln w="12700" cap="flat" cmpd="sng" algn="ctr">
              <a:solidFill>
                <a:srgbClr val="0069B8"/>
              </a:solidFill>
              <a:prstDash val="sysDash"/>
              <a:miter lim="800000"/>
            </a:ln>
          </p:spPr>
        </p:cxnSp>
        <p:cxnSp>
          <p:nvCxnSpPr>
            <p:cNvPr id="33" name="直接连接符 32"/>
            <p:cNvCxnSpPr/>
            <p:nvPr/>
          </p:nvCxnSpPr>
          <p:spPr>
            <a:xfrm>
              <a:off x="7541" y="1579"/>
              <a:ext cx="34" cy="5533"/>
            </a:xfrm>
            <a:prstGeom prst="line">
              <a:avLst/>
            </a:prstGeom>
            <a:noFill/>
            <a:ln w="12700" cap="flat" cmpd="sng" algn="ctr">
              <a:solidFill>
                <a:srgbClr val="0069B8"/>
              </a:solidFill>
              <a:prstDash val="sysDash"/>
              <a:miter lim="800000"/>
            </a:ln>
          </p:spPr>
        </p:cxnSp>
      </p:grpSp>
      <p:sp>
        <p:nvSpPr>
          <p:cNvPr id="34" name="矩形 18"/>
          <p:cNvSpPr>
            <a:spLocks noChangeArrowheads="1"/>
          </p:cNvSpPr>
          <p:nvPr/>
        </p:nvSpPr>
        <p:spPr bwMode="auto">
          <a:xfrm>
            <a:off x="386397" y="775697"/>
            <a:ext cx="2945787" cy="57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spcBef>
                <a:spcPct val="20000"/>
              </a:spcBef>
              <a:buClr>
                <a:schemeClr val="accent2"/>
              </a:buClr>
              <a:buFont typeface="Wingdings" panose="05000000000000000000" pitchFamily="2" charset="2"/>
              <a:buChar char="o"/>
              <a:defRPr sz="3000">
                <a:solidFill>
                  <a:schemeClr val="tx1"/>
                </a:solidFill>
                <a:latin typeface="Arial" panose="020B0604020202090204" pitchFamily="34" charset="0"/>
                <a:ea typeface="黑体" panose="02010609060101010101" pitchFamily="2" charset="-122"/>
              </a:defRPr>
            </a:lvl1pPr>
            <a:lvl2pPr marL="908050" indent="-436880">
              <a:spcBef>
                <a:spcPct val="20000"/>
              </a:spcBef>
              <a:buClr>
                <a:schemeClr val="accent2"/>
              </a:buClr>
              <a:buFont typeface="Wingdings" panose="05000000000000000000" pitchFamily="2" charset="2"/>
              <a:buChar char="n"/>
              <a:defRPr sz="2600">
                <a:solidFill>
                  <a:schemeClr val="tx1"/>
                </a:solidFill>
                <a:latin typeface="Arial" panose="020B0604020202090204" pitchFamily="34" charset="0"/>
                <a:ea typeface="黑体" panose="0201060906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Arial" panose="020B0604020202090204" pitchFamily="34" charset="0"/>
                <a:ea typeface="黑体" panose="0201060906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Arial" panose="020B0604020202090204" pitchFamily="34" charset="0"/>
                <a:ea typeface="黑体" panose="0201060906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Arial" panose="020B0604020202090204" pitchFamily="34" charset="0"/>
                <a:ea typeface="黑体" panose="0201060906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Arial" panose="020B0604020202090204" pitchFamily="34" charset="0"/>
                <a:ea typeface="黑体" panose="0201060906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Arial" panose="020B0604020202090204" pitchFamily="34" charset="0"/>
                <a:ea typeface="黑体" panose="0201060906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Arial" panose="020B0604020202090204" pitchFamily="34" charset="0"/>
                <a:ea typeface="黑体" panose="0201060906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Arial" panose="020B0604020202090204" pitchFamily="34" charset="0"/>
                <a:ea typeface="黑体" panose="02010609060101010101" pitchFamily="2" charset="-122"/>
              </a:defRPr>
            </a:lvl9pPr>
          </a:lstStyle>
          <a:p>
            <a:pPr>
              <a:buClr>
                <a:srgbClr val="CC0000"/>
              </a:buClr>
              <a:defRPr/>
            </a:pPr>
            <a:r>
              <a:rPr lang="zh-CN" altLang="en-US" sz="2000" b="1" dirty="0">
                <a:solidFill>
                  <a:srgbClr val="000000"/>
                </a:solidFill>
                <a:latin typeface="+mn-ea"/>
                <a:ea typeface="+mn-ea"/>
              </a:rPr>
              <a:t>问题与挑战</a:t>
            </a:r>
            <a:r>
              <a:rPr lang="zh-CN" altLang="en-US" sz="1600" b="1" dirty="0">
                <a:solidFill>
                  <a:srgbClr val="000000"/>
                </a:solidFill>
                <a:latin typeface="+mn-ea"/>
                <a:ea typeface="+mn-ea"/>
              </a:rPr>
              <a:t>：</a:t>
            </a:r>
            <a:endParaRPr kumimoji="0" lang="en-US" altLang="zh-CN" sz="1600" b="1" dirty="0">
              <a:solidFill>
                <a:srgbClr val="000000"/>
              </a:solidFill>
              <a:latin typeface="+mn-ea"/>
              <a:ea typeface="+mn-ea"/>
            </a:endParaRPr>
          </a:p>
        </p:txBody>
      </p:sp>
      <p:sp>
        <p:nvSpPr>
          <p:cNvPr id="42" name="矩形 18"/>
          <p:cNvSpPr>
            <a:spLocks noChangeArrowheads="1"/>
          </p:cNvSpPr>
          <p:nvPr/>
        </p:nvSpPr>
        <p:spPr bwMode="auto">
          <a:xfrm>
            <a:off x="3496310" y="775970"/>
            <a:ext cx="4637405" cy="869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spcBef>
                <a:spcPct val="20000"/>
              </a:spcBef>
              <a:buClr>
                <a:schemeClr val="accent2"/>
              </a:buClr>
              <a:buFont typeface="Wingdings" panose="05000000000000000000" pitchFamily="2" charset="2"/>
              <a:buChar char="o"/>
              <a:defRPr sz="3000">
                <a:solidFill>
                  <a:schemeClr val="tx1"/>
                </a:solidFill>
                <a:latin typeface="Arial" panose="020B0604020202090204" pitchFamily="34" charset="0"/>
                <a:ea typeface="黑体" panose="02010609060101010101" pitchFamily="2" charset="-122"/>
              </a:defRPr>
            </a:lvl1pPr>
            <a:lvl2pPr marL="908050" indent="-436880">
              <a:spcBef>
                <a:spcPct val="20000"/>
              </a:spcBef>
              <a:buClr>
                <a:schemeClr val="accent2"/>
              </a:buClr>
              <a:buFont typeface="Wingdings" panose="05000000000000000000" pitchFamily="2" charset="2"/>
              <a:buChar char="n"/>
              <a:defRPr sz="2600">
                <a:solidFill>
                  <a:schemeClr val="tx1"/>
                </a:solidFill>
                <a:latin typeface="Arial" panose="020B0604020202090204" pitchFamily="34" charset="0"/>
                <a:ea typeface="黑体" panose="0201060906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Arial" panose="020B0604020202090204" pitchFamily="34" charset="0"/>
                <a:ea typeface="黑体" panose="0201060906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Arial" panose="020B0604020202090204" pitchFamily="34" charset="0"/>
                <a:ea typeface="黑体" panose="0201060906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Arial" panose="020B0604020202090204" pitchFamily="34" charset="0"/>
                <a:ea typeface="黑体" panose="0201060906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Arial" panose="020B0604020202090204" pitchFamily="34" charset="0"/>
                <a:ea typeface="黑体" panose="0201060906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Arial" panose="020B0604020202090204" pitchFamily="34" charset="0"/>
                <a:ea typeface="黑体" panose="0201060906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Arial" panose="020B0604020202090204" pitchFamily="34" charset="0"/>
                <a:ea typeface="黑体" panose="0201060906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Arial" panose="020B0604020202090204" pitchFamily="34" charset="0"/>
                <a:ea typeface="黑体" panose="02010609060101010101" pitchFamily="2" charset="-122"/>
              </a:defRPr>
            </a:lvl9pPr>
          </a:lstStyle>
          <a:p>
            <a:pPr>
              <a:buClr>
                <a:srgbClr val="00B050"/>
              </a:buClr>
              <a:defRPr/>
            </a:pPr>
            <a:r>
              <a:rPr lang="zh-CN" altLang="en-US" sz="2000" b="1" dirty="0">
                <a:solidFill>
                  <a:srgbClr val="000000"/>
                </a:solidFill>
                <a:latin typeface="+mn-ea"/>
                <a:ea typeface="+mn-ea"/>
              </a:rPr>
              <a:t>技术路线</a:t>
            </a:r>
            <a:r>
              <a:rPr lang="zh-CN" altLang="en-US" sz="1600" b="1" dirty="0">
                <a:solidFill>
                  <a:srgbClr val="000000"/>
                </a:solidFill>
                <a:latin typeface="+mn-ea"/>
                <a:ea typeface="+mn-ea"/>
              </a:rPr>
              <a:t>：</a:t>
            </a:r>
            <a:endParaRPr lang="en-US" altLang="zh-CN" sz="1600" b="1" dirty="0">
              <a:solidFill>
                <a:srgbClr val="000000"/>
              </a:solidFill>
              <a:latin typeface="+mn-ea"/>
              <a:ea typeface="+mn-ea"/>
            </a:endParaRPr>
          </a:p>
        </p:txBody>
      </p:sp>
      <p:pic>
        <p:nvPicPr>
          <p:cNvPr id="9" name="图片 8"/>
          <p:cNvPicPr>
            <a:picLocks noChangeAspect="1"/>
          </p:cNvPicPr>
          <p:nvPr/>
        </p:nvPicPr>
        <p:blipFill>
          <a:blip r:embed="rId1"/>
          <a:stretch>
            <a:fillRect/>
          </a:stretch>
        </p:blipFill>
        <p:spPr>
          <a:xfrm>
            <a:off x="4500245" y="1203960"/>
            <a:ext cx="3616325" cy="308737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1881558" y="4662986"/>
            <a:ext cx="309880" cy="306705"/>
          </a:xfrm>
          <a:prstGeom prst="rect">
            <a:avLst/>
          </a:prstGeom>
        </p:spPr>
        <p:txBody>
          <a:bodyPr wrap="none">
            <a:spAutoFit/>
          </a:bodyPr>
          <a:lstStyle/>
          <a:p>
            <a:endParaRPr lang="en-US" altLang="zh-CN" sz="1400" b="1" dirty="0">
              <a:solidFill>
                <a:srgbClr val="C00000"/>
              </a:solidFill>
              <a:latin typeface="微软雅黑" panose="020B0503020204020204" pitchFamily="34" charset="-122"/>
              <a:ea typeface="微软雅黑" panose="020B0503020204020204" pitchFamily="34" charset="-122"/>
            </a:endParaRPr>
          </a:p>
        </p:txBody>
      </p:sp>
      <p:sp>
        <p:nvSpPr>
          <p:cNvPr id="22" name="矩形 21"/>
          <p:cNvSpPr/>
          <p:nvPr/>
        </p:nvSpPr>
        <p:spPr>
          <a:xfrm>
            <a:off x="6232127" y="4690341"/>
            <a:ext cx="309880" cy="306705"/>
          </a:xfrm>
          <a:prstGeom prst="rect">
            <a:avLst/>
          </a:prstGeom>
        </p:spPr>
        <p:txBody>
          <a:bodyPr wrap="none">
            <a:spAutoFit/>
          </a:bodyPr>
          <a:lstStyle/>
          <a:p>
            <a:endParaRPr lang="en-US" altLang="zh-CN" sz="1400" b="1" dirty="0">
              <a:solidFill>
                <a:srgbClr val="C00000"/>
              </a:solidFill>
              <a:latin typeface="微软雅黑" panose="020B0503020204020204" pitchFamily="34" charset="-122"/>
              <a:ea typeface="微软雅黑" panose="020B0503020204020204" pitchFamily="34" charset="-122"/>
            </a:endParaRPr>
          </a:p>
        </p:txBody>
      </p:sp>
      <p:sp>
        <p:nvSpPr>
          <p:cNvPr id="11" name="矩形 10"/>
          <p:cNvSpPr/>
          <p:nvPr/>
        </p:nvSpPr>
        <p:spPr>
          <a:xfrm>
            <a:off x="1881558" y="4662986"/>
            <a:ext cx="309880" cy="306705"/>
          </a:xfrm>
          <a:prstGeom prst="rect">
            <a:avLst/>
          </a:prstGeom>
        </p:spPr>
        <p:txBody>
          <a:bodyPr wrap="none">
            <a:spAutoFit/>
          </a:bodyPr>
          <a:lstStyle/>
          <a:p>
            <a:endParaRPr lang="en-US" altLang="zh-CN" sz="1400" b="1" dirty="0">
              <a:solidFill>
                <a:srgbClr val="C00000"/>
              </a:solidFill>
              <a:latin typeface="微软雅黑" panose="020B0503020204020204" pitchFamily="34" charset="-122"/>
              <a:ea typeface="微软雅黑" panose="020B0503020204020204" pitchFamily="34" charset="-122"/>
            </a:endParaRPr>
          </a:p>
        </p:txBody>
      </p:sp>
      <p:sp>
        <p:nvSpPr>
          <p:cNvPr id="12" name="矩形 11"/>
          <p:cNvSpPr/>
          <p:nvPr/>
        </p:nvSpPr>
        <p:spPr>
          <a:xfrm>
            <a:off x="6232127" y="4690341"/>
            <a:ext cx="309880" cy="306705"/>
          </a:xfrm>
          <a:prstGeom prst="rect">
            <a:avLst/>
          </a:prstGeom>
        </p:spPr>
        <p:txBody>
          <a:bodyPr wrap="none">
            <a:spAutoFit/>
          </a:bodyPr>
          <a:lstStyle/>
          <a:p>
            <a:endParaRPr lang="en-US" altLang="zh-CN" sz="1400" b="1" dirty="0">
              <a:solidFill>
                <a:srgbClr val="C00000"/>
              </a:solidFill>
              <a:latin typeface="微软雅黑" panose="020B0503020204020204" pitchFamily="34" charset="-122"/>
              <a:ea typeface="微软雅黑" panose="020B0503020204020204" pitchFamily="34" charset="-122"/>
            </a:endParaRPr>
          </a:p>
        </p:txBody>
      </p:sp>
      <p:sp>
        <p:nvSpPr>
          <p:cNvPr id="13" name="圆角矩形 65"/>
          <p:cNvSpPr/>
          <p:nvPr/>
        </p:nvSpPr>
        <p:spPr>
          <a:xfrm>
            <a:off x="23624" y="4616963"/>
            <a:ext cx="9097861" cy="504740"/>
          </a:xfrm>
          <a:prstGeom prst="roundRect">
            <a:avLst>
              <a:gd name="adj" fmla="val 10000"/>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5400000" scaled="1"/>
            <a:tileRect/>
          </a:gradFill>
          <a:effectLst>
            <a:outerShdw blurRad="88900" dist="127000" dir="3000000" algn="t" rotWithShape="0">
              <a:prstClr val="black">
                <a:alpha val="32000"/>
              </a:prstClr>
            </a:outerShdw>
          </a:effectLst>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nchor="ctr"/>
          <a:lstStyle/>
          <a:p>
            <a:pPr algn="ctr"/>
            <a:r>
              <a:rPr lang="zh-CN" altLang="en-US" sz="2000" b="1" dirty="0">
                <a:solidFill>
                  <a:prstClr val="white"/>
                </a:solidFill>
                <a:latin typeface="Arial" panose="020B0604020202090204" pitchFamily="34" charset="0"/>
                <a:ea typeface="微软雅黑" panose="020B0503020204020204" pitchFamily="34" charset="-122"/>
              </a:rPr>
              <a:t>基于数据流</a:t>
            </a:r>
            <a:r>
              <a:rPr lang="en-US" altLang="zh-CN" sz="2000" b="1" dirty="0">
                <a:solidFill>
                  <a:prstClr val="white"/>
                </a:solidFill>
                <a:latin typeface="Arial" panose="020B0604020202090204" pitchFamily="34" charset="0"/>
                <a:ea typeface="微软雅黑" panose="020B0503020204020204" pitchFamily="34" charset="-122"/>
              </a:rPr>
              <a:t>ASIC</a:t>
            </a:r>
            <a:r>
              <a:rPr lang="zh-CN" altLang="en-US" sz="2000" b="1" dirty="0">
                <a:solidFill>
                  <a:prstClr val="white"/>
                </a:solidFill>
                <a:latin typeface="Arial" panose="020B0604020202090204" pitchFamily="34" charset="0"/>
                <a:ea typeface="微软雅黑" panose="020B0503020204020204" pitchFamily="34" charset="-122"/>
              </a:rPr>
              <a:t>方案，实现</a:t>
            </a:r>
            <a:r>
              <a:rPr lang="zh-CN" altLang="en-US" sz="2000" b="1" dirty="0">
                <a:solidFill>
                  <a:srgbClr val="FFC000"/>
                </a:solidFill>
                <a:latin typeface="Arial" panose="020B0604020202090204" pitchFamily="34" charset="0"/>
                <a:ea typeface="微软雅黑" panose="020B0503020204020204" pitchFamily="34" charset="-122"/>
              </a:rPr>
              <a:t>低功耗</a:t>
            </a:r>
            <a:r>
              <a:rPr lang="en-US" altLang="zh-CN" sz="2000" b="1" dirty="0">
                <a:solidFill>
                  <a:srgbClr val="FFC000"/>
                </a:solidFill>
                <a:latin typeface="Arial" panose="020B0604020202090204" pitchFamily="34" charset="0"/>
                <a:ea typeface="微软雅黑" panose="020B0503020204020204" pitchFamily="34" charset="-122"/>
              </a:rPr>
              <a:t>、</a:t>
            </a:r>
            <a:r>
              <a:rPr lang="zh-CN" altLang="en-US" sz="2000" b="1" dirty="0">
                <a:solidFill>
                  <a:srgbClr val="FFC000"/>
                </a:solidFill>
                <a:latin typeface="Arial" panose="020B0604020202090204" pitchFamily="34" charset="0"/>
                <a:ea typeface="微软雅黑" panose="020B0503020204020204" pitchFamily="34" charset="-122"/>
              </a:rPr>
              <a:t>低成本</a:t>
            </a:r>
            <a:r>
              <a:rPr lang="zh-CN" altLang="en-US" sz="2000" b="1" dirty="0">
                <a:solidFill>
                  <a:prstClr val="white"/>
                </a:solidFill>
                <a:latin typeface="Arial" panose="020B0604020202090204" pitchFamily="34" charset="0"/>
                <a:ea typeface="微软雅黑" panose="020B0503020204020204" pitchFamily="34" charset="-122"/>
              </a:rPr>
              <a:t>与</a:t>
            </a:r>
            <a:r>
              <a:rPr lang="zh-CN" altLang="en-US" sz="2000" b="1" dirty="0">
                <a:solidFill>
                  <a:srgbClr val="FFC000"/>
                </a:solidFill>
                <a:latin typeface="Arial" panose="020B0604020202090204" pitchFamily="34" charset="0"/>
                <a:ea typeface="微软雅黑" panose="020B0503020204020204" pitchFamily="34" charset="-122"/>
              </a:rPr>
              <a:t>高</a:t>
            </a:r>
            <a:r>
              <a:rPr lang="zh-CN" altLang="en-US" sz="2000" b="1" dirty="0">
                <a:solidFill>
                  <a:srgbClr val="FFC000"/>
                </a:solidFill>
                <a:latin typeface="Arial" panose="020B0604020202090204" pitchFamily="34" charset="0"/>
                <a:ea typeface="微软雅黑" panose="020B0503020204020204" pitchFamily="34" charset="-122"/>
              </a:rPr>
              <a:t>能效比</a:t>
            </a:r>
            <a:endParaRPr lang="zh-CN" altLang="en-US" sz="2000" b="1" dirty="0">
              <a:solidFill>
                <a:srgbClr val="FFC000"/>
              </a:solidFill>
              <a:latin typeface="Arial" panose="020B0604020202090204" pitchFamily="34" charset="0"/>
              <a:ea typeface="微软雅黑" panose="020B0503020204020204" pitchFamily="34" charset="-122"/>
            </a:endParaRPr>
          </a:p>
        </p:txBody>
      </p:sp>
      <p:sp>
        <p:nvSpPr>
          <p:cNvPr id="25" name="矩形 24"/>
          <p:cNvSpPr/>
          <p:nvPr/>
        </p:nvSpPr>
        <p:spPr>
          <a:xfrm>
            <a:off x="1102077" y="67272"/>
            <a:ext cx="6989445" cy="521970"/>
          </a:xfrm>
          <a:prstGeom prst="rect">
            <a:avLst/>
          </a:prstGeom>
        </p:spPr>
        <p:txBody>
          <a:bodyPr wrap="none">
            <a:spAutoFit/>
          </a:bodyPr>
          <a:lstStyle/>
          <a:p>
            <a:pPr algn="ctr" defTabSz="685800"/>
            <a:r>
              <a:rPr lang="zh-CN" altLang="en-US" sz="2800" b="1" dirty="0">
                <a:latin typeface="Arial" panose="020B0604020202090204" pitchFamily="34" charset="0"/>
                <a:ea typeface="微软雅黑" panose="020B0503020204020204" pitchFamily="34" charset="-122"/>
                <a:sym typeface="+mn-ea"/>
              </a:rPr>
              <a:t>研究内容三：端侧高能效比</a:t>
            </a:r>
            <a:r>
              <a:rPr lang="en-US" altLang="zh-CN" sz="2800" b="1" dirty="0">
                <a:latin typeface="Arial" panose="020B0604020202090204" pitchFamily="34" charset="0"/>
                <a:ea typeface="微软雅黑" panose="020B0503020204020204" pitchFamily="34" charset="-122"/>
                <a:sym typeface="+mn-ea"/>
              </a:rPr>
              <a:t>NPU</a:t>
            </a:r>
            <a:r>
              <a:rPr lang="zh-CN" altLang="en-US" sz="2800" b="1" dirty="0">
                <a:latin typeface="Arial" panose="020B0604020202090204" pitchFamily="34" charset="0"/>
                <a:ea typeface="微软雅黑" panose="020B0503020204020204" pitchFamily="34" charset="-122"/>
                <a:sym typeface="+mn-ea"/>
              </a:rPr>
              <a:t>全链路技术</a:t>
            </a:r>
            <a:endParaRPr lang="zh-CN" altLang="en-US" sz="2800" b="1" dirty="0">
              <a:latin typeface="Arial" panose="020B0604020202090204" pitchFamily="34" charset="0"/>
              <a:ea typeface="微软雅黑" panose="020B0503020204020204" pitchFamily="34" charset="-122"/>
              <a:sym typeface="+mn-ea"/>
            </a:endParaRPr>
          </a:p>
        </p:txBody>
      </p:sp>
      <p:sp>
        <p:nvSpPr>
          <p:cNvPr id="27" name="矩形 18"/>
          <p:cNvSpPr>
            <a:spLocks noChangeArrowheads="1"/>
          </p:cNvSpPr>
          <p:nvPr/>
        </p:nvSpPr>
        <p:spPr bwMode="auto">
          <a:xfrm>
            <a:off x="3496602" y="775697"/>
            <a:ext cx="4637303" cy="869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spcBef>
                <a:spcPct val="20000"/>
              </a:spcBef>
              <a:buClr>
                <a:schemeClr val="accent2"/>
              </a:buClr>
              <a:buFont typeface="Wingdings" panose="05000000000000000000" pitchFamily="2" charset="2"/>
              <a:buChar char="o"/>
              <a:defRPr sz="3000">
                <a:solidFill>
                  <a:schemeClr val="tx1"/>
                </a:solidFill>
                <a:latin typeface="Arial" panose="020B0604020202090204" pitchFamily="34" charset="0"/>
                <a:ea typeface="黑体" panose="02010609060101010101" pitchFamily="2" charset="-122"/>
              </a:defRPr>
            </a:lvl1pPr>
            <a:lvl2pPr marL="908050" indent="-436880">
              <a:spcBef>
                <a:spcPct val="20000"/>
              </a:spcBef>
              <a:buClr>
                <a:schemeClr val="accent2"/>
              </a:buClr>
              <a:buFont typeface="Wingdings" panose="05000000000000000000" pitchFamily="2" charset="2"/>
              <a:buChar char="n"/>
              <a:defRPr sz="2600">
                <a:solidFill>
                  <a:schemeClr val="tx1"/>
                </a:solidFill>
                <a:latin typeface="Arial" panose="020B0604020202090204" pitchFamily="34" charset="0"/>
                <a:ea typeface="黑体" panose="0201060906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Arial" panose="020B0604020202090204" pitchFamily="34" charset="0"/>
                <a:ea typeface="黑体" panose="0201060906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Arial" panose="020B0604020202090204" pitchFamily="34" charset="0"/>
                <a:ea typeface="黑体" panose="0201060906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Arial" panose="020B0604020202090204" pitchFamily="34" charset="0"/>
                <a:ea typeface="黑体" panose="0201060906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Arial" panose="020B0604020202090204" pitchFamily="34" charset="0"/>
                <a:ea typeface="黑体" panose="0201060906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Arial" panose="020B0604020202090204" pitchFamily="34" charset="0"/>
                <a:ea typeface="黑体" panose="0201060906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Arial" panose="020B0604020202090204" pitchFamily="34" charset="0"/>
                <a:ea typeface="黑体" panose="0201060906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Arial" panose="020B0604020202090204" pitchFamily="34" charset="0"/>
                <a:ea typeface="黑体" panose="02010609060101010101" pitchFamily="2" charset="-122"/>
              </a:defRPr>
            </a:lvl9pPr>
          </a:lstStyle>
          <a:p>
            <a:pPr>
              <a:buClr>
                <a:srgbClr val="00B050"/>
              </a:buClr>
              <a:defRPr/>
            </a:pPr>
            <a:r>
              <a:rPr lang="zh-CN" altLang="en-US" sz="2000" b="1" dirty="0">
                <a:solidFill>
                  <a:srgbClr val="000000"/>
                </a:solidFill>
                <a:latin typeface="+mn-ea"/>
                <a:ea typeface="+mn-ea"/>
              </a:rPr>
              <a:t>技术路线</a:t>
            </a:r>
            <a:r>
              <a:rPr lang="zh-CN" altLang="en-US" sz="1600" b="1" dirty="0">
                <a:solidFill>
                  <a:srgbClr val="000000"/>
                </a:solidFill>
                <a:latin typeface="+mn-ea"/>
                <a:ea typeface="+mn-ea"/>
              </a:rPr>
              <a:t>：</a:t>
            </a:r>
            <a:endParaRPr lang="en-US" altLang="zh-CN" sz="1600" b="1" dirty="0">
              <a:solidFill>
                <a:srgbClr val="000000"/>
              </a:solidFill>
              <a:latin typeface="+mn-ea"/>
              <a:ea typeface="+mn-ea"/>
            </a:endParaRPr>
          </a:p>
        </p:txBody>
      </p:sp>
      <p:grpSp>
        <p:nvGrpSpPr>
          <p:cNvPr id="29" name="组合 28"/>
          <p:cNvGrpSpPr/>
          <p:nvPr/>
        </p:nvGrpSpPr>
        <p:grpSpPr>
          <a:xfrm>
            <a:off x="3245324" y="857471"/>
            <a:ext cx="71755" cy="3512820"/>
            <a:chOff x="7541" y="1579"/>
            <a:chExt cx="113" cy="5532"/>
          </a:xfrm>
        </p:grpSpPr>
        <p:cxnSp>
          <p:nvCxnSpPr>
            <p:cNvPr id="30" name="直接连接符 29"/>
            <p:cNvCxnSpPr/>
            <p:nvPr/>
          </p:nvCxnSpPr>
          <p:spPr>
            <a:xfrm>
              <a:off x="7620" y="1579"/>
              <a:ext cx="34" cy="5533"/>
            </a:xfrm>
            <a:prstGeom prst="line">
              <a:avLst/>
            </a:prstGeom>
            <a:noFill/>
            <a:ln w="12700" cap="flat" cmpd="sng" algn="ctr">
              <a:solidFill>
                <a:srgbClr val="0069B8"/>
              </a:solidFill>
              <a:prstDash val="sysDash"/>
              <a:miter lim="800000"/>
            </a:ln>
          </p:spPr>
        </p:cxnSp>
        <p:cxnSp>
          <p:nvCxnSpPr>
            <p:cNvPr id="31" name="直接连接符 30"/>
            <p:cNvCxnSpPr/>
            <p:nvPr/>
          </p:nvCxnSpPr>
          <p:spPr>
            <a:xfrm>
              <a:off x="7541" y="1579"/>
              <a:ext cx="34" cy="5533"/>
            </a:xfrm>
            <a:prstGeom prst="line">
              <a:avLst/>
            </a:prstGeom>
            <a:noFill/>
            <a:ln w="12700" cap="flat" cmpd="sng" algn="ctr">
              <a:solidFill>
                <a:srgbClr val="0069B8"/>
              </a:solidFill>
              <a:prstDash val="sysDash"/>
              <a:miter lim="800000"/>
            </a:ln>
          </p:spPr>
        </p:cxnSp>
      </p:grpSp>
      <p:grpSp>
        <p:nvGrpSpPr>
          <p:cNvPr id="34" name="组合 33"/>
          <p:cNvGrpSpPr/>
          <p:nvPr/>
        </p:nvGrpSpPr>
        <p:grpSpPr>
          <a:xfrm>
            <a:off x="-180528" y="1488036"/>
            <a:ext cx="3084005" cy="3057907"/>
            <a:chOff x="-331036" y="1482709"/>
            <a:chExt cx="3084005" cy="3057907"/>
          </a:xfrm>
        </p:grpSpPr>
        <p:sp>
          <p:nvSpPr>
            <p:cNvPr id="35" name="圆角矩形 1"/>
            <p:cNvSpPr/>
            <p:nvPr/>
          </p:nvSpPr>
          <p:spPr bwMode="auto">
            <a:xfrm>
              <a:off x="167242" y="1482709"/>
              <a:ext cx="2503477" cy="2745226"/>
            </a:xfrm>
            <a:prstGeom prst="roundRect">
              <a:avLst>
                <a:gd name="adj" fmla="val 5775"/>
              </a:avLst>
            </a:prstGeom>
            <a:noFill/>
            <a:ln w="28575" algn="ctr">
              <a:solidFill>
                <a:srgbClr val="FF0000"/>
              </a:solidFill>
              <a:round/>
            </a:ln>
          </p:spPr>
          <p:txBody>
            <a:bodyPr wrap="none" anchor="ctr"/>
            <a:lstStyle/>
            <a:p>
              <a:pPr marL="457200" lvl="1" eaLnBrk="0" hangingPunct="0">
                <a:lnSpc>
                  <a:spcPct val="120000"/>
                </a:lnSpc>
                <a:buSzPct val="50000"/>
                <a:tabLst>
                  <a:tab pos="185420" algn="l"/>
                </a:tabLst>
                <a:defRPr/>
              </a:pPr>
              <a:endParaRPr lang="en-US" altLang="zh-CN" sz="1800" b="1" dirty="0">
                <a:solidFill>
                  <a:srgbClr val="000000"/>
                </a:solidFill>
                <a:latin typeface="Arial" panose="020B0604020202090204" pitchFamily="34" charset="0"/>
                <a:ea typeface="黑体" panose="02010609060101010101" pitchFamily="2" charset="-122"/>
              </a:endParaRPr>
            </a:p>
          </p:txBody>
        </p:sp>
        <p:sp>
          <p:nvSpPr>
            <p:cNvPr id="36" name="矩形 35"/>
            <p:cNvSpPr/>
            <p:nvPr/>
          </p:nvSpPr>
          <p:spPr>
            <a:xfrm>
              <a:off x="-331036" y="1679306"/>
              <a:ext cx="3084005" cy="2861310"/>
            </a:xfrm>
            <a:prstGeom prst="rect">
              <a:avLst/>
            </a:prstGeom>
          </p:spPr>
          <p:txBody>
            <a:bodyPr wrap="square">
              <a:spAutoFit/>
            </a:bodyPr>
            <a:lstStyle/>
            <a:p>
              <a:pPr marL="914400" lvl="1" indent="-457200" eaLnBrk="0" hangingPunct="0">
                <a:lnSpc>
                  <a:spcPct val="200000"/>
                </a:lnSpc>
                <a:buSzPct val="50000"/>
                <a:buFont typeface="Wingdings" panose="05000000000000000000" pitchFamily="2" charset="2"/>
                <a:buChar char="q"/>
                <a:tabLst>
                  <a:tab pos="185420" algn="l"/>
                </a:tabLst>
                <a:defRPr/>
              </a:pPr>
              <a:r>
                <a:rPr lang="zh-CN" altLang="en-US" sz="1800" b="1" dirty="0">
                  <a:solidFill>
                    <a:srgbClr val="000000"/>
                  </a:solidFill>
                  <a:latin typeface="+mn-ea"/>
                </a:rPr>
                <a:t>适配场景</a:t>
              </a:r>
              <a:r>
                <a:rPr lang="zh-CN" altLang="en-US" sz="1800" b="1" dirty="0">
                  <a:solidFill>
                    <a:srgbClr val="C00000"/>
                  </a:solidFill>
                  <a:latin typeface="+mn-ea"/>
                </a:rPr>
                <a:t>单一化</a:t>
              </a:r>
              <a:endParaRPr lang="en-US" altLang="zh-CN" sz="1800" b="1" dirty="0">
                <a:solidFill>
                  <a:srgbClr val="C00000"/>
                </a:solidFill>
                <a:latin typeface="+mn-ea"/>
              </a:endParaRPr>
            </a:p>
            <a:p>
              <a:pPr marL="914400" lvl="1" indent="-457200" eaLnBrk="0" hangingPunct="0">
                <a:lnSpc>
                  <a:spcPct val="200000"/>
                </a:lnSpc>
                <a:buSzPct val="50000"/>
                <a:buFont typeface="Wingdings" panose="05000000000000000000" pitchFamily="2" charset="2"/>
                <a:buChar char="q"/>
                <a:tabLst>
                  <a:tab pos="185420" algn="l"/>
                </a:tabLst>
                <a:defRPr/>
              </a:pPr>
              <a:r>
                <a:rPr lang="zh-CN" altLang="en-US" sz="1800" b="1" dirty="0">
                  <a:solidFill>
                    <a:srgbClr val="000000"/>
                  </a:solidFill>
                  <a:latin typeface="+mn-ea"/>
                </a:rPr>
                <a:t>算力</a:t>
              </a:r>
              <a:r>
                <a:rPr lang="zh-CN" altLang="en-US" sz="1800" b="1" dirty="0">
                  <a:solidFill>
                    <a:srgbClr val="C00000"/>
                  </a:solidFill>
                  <a:latin typeface="+mn-ea"/>
                </a:rPr>
                <a:t>利用率低</a:t>
              </a:r>
              <a:endParaRPr lang="en-US" altLang="zh-CN" sz="1800" b="1" dirty="0">
                <a:solidFill>
                  <a:srgbClr val="C00000"/>
                </a:solidFill>
                <a:latin typeface="+mn-ea"/>
              </a:endParaRPr>
            </a:p>
            <a:p>
              <a:pPr marL="914400" lvl="1" indent="-457200" eaLnBrk="0" hangingPunct="0">
                <a:lnSpc>
                  <a:spcPct val="200000"/>
                </a:lnSpc>
                <a:buSzPct val="50000"/>
                <a:buFont typeface="Wingdings" panose="05000000000000000000" pitchFamily="2" charset="2"/>
                <a:buChar char="q"/>
                <a:tabLst>
                  <a:tab pos="185420" algn="l"/>
                </a:tabLst>
                <a:defRPr/>
              </a:pPr>
              <a:r>
                <a:rPr lang="zh-CN" altLang="en-US" sz="1800" b="1" dirty="0">
                  <a:latin typeface="+mn-ea"/>
                </a:rPr>
                <a:t>跨网络</a:t>
              </a:r>
              <a:r>
                <a:rPr lang="zh-CN" altLang="en-US" sz="1800" b="1" dirty="0">
                  <a:solidFill>
                    <a:srgbClr val="C00000"/>
                  </a:solidFill>
                  <a:latin typeface="+mn-ea"/>
                </a:rPr>
                <a:t>协调性弱</a:t>
              </a:r>
              <a:endParaRPr lang="en-US" altLang="zh-CN" sz="1800" b="1" dirty="0">
                <a:solidFill>
                  <a:srgbClr val="C00000"/>
                </a:solidFill>
                <a:latin typeface="+mn-ea"/>
              </a:endParaRPr>
            </a:p>
            <a:p>
              <a:pPr marL="914400" lvl="1" indent="-457200" eaLnBrk="0" hangingPunct="0">
                <a:lnSpc>
                  <a:spcPct val="200000"/>
                </a:lnSpc>
                <a:buSzPct val="50000"/>
                <a:buFont typeface="Wingdings" panose="05000000000000000000" pitchFamily="2" charset="2"/>
                <a:buChar char="q"/>
                <a:tabLst>
                  <a:tab pos="185420" algn="l"/>
                </a:tabLst>
                <a:defRPr/>
              </a:pPr>
              <a:r>
                <a:rPr lang="zh-CN" altLang="en-US" sz="1800" b="1" dirty="0">
                  <a:solidFill>
                    <a:srgbClr val="C00000"/>
                  </a:solidFill>
                  <a:latin typeface="+mn-ea"/>
                </a:rPr>
                <a:t>高成本</a:t>
              </a:r>
              <a:r>
                <a:rPr lang="en-US" altLang="zh-CN" sz="1800" b="1" dirty="0">
                  <a:solidFill>
                    <a:srgbClr val="C00000"/>
                  </a:solidFill>
                  <a:latin typeface="+mn-ea"/>
                </a:rPr>
                <a:t>、</a:t>
              </a:r>
              <a:r>
                <a:rPr lang="zh-CN" altLang="en-US" sz="1800" b="1" dirty="0">
                  <a:solidFill>
                    <a:srgbClr val="C00000"/>
                  </a:solidFill>
                  <a:latin typeface="+mn-ea"/>
                </a:rPr>
                <a:t>高功耗</a:t>
              </a:r>
              <a:endParaRPr lang="en-US" altLang="zh-CN" sz="1800" b="1" dirty="0">
                <a:solidFill>
                  <a:srgbClr val="C00000"/>
                </a:solidFill>
                <a:latin typeface="+mn-ea"/>
              </a:endParaRPr>
            </a:p>
            <a:p>
              <a:pPr marL="457200" lvl="1" eaLnBrk="0" hangingPunct="0">
                <a:lnSpc>
                  <a:spcPct val="200000"/>
                </a:lnSpc>
                <a:buSzPct val="50000"/>
                <a:tabLst>
                  <a:tab pos="185420" algn="l"/>
                </a:tabLst>
                <a:defRPr/>
              </a:pPr>
              <a:endParaRPr lang="en-US" altLang="zh-CN" sz="1800" b="1" dirty="0">
                <a:solidFill>
                  <a:srgbClr val="C00000"/>
                </a:solidFill>
                <a:latin typeface="+mn-ea"/>
              </a:endParaRPr>
            </a:p>
          </p:txBody>
        </p:sp>
      </p:grpSp>
      <p:sp>
        <p:nvSpPr>
          <p:cNvPr id="37" name="矩形 18"/>
          <p:cNvSpPr>
            <a:spLocks noChangeArrowheads="1"/>
          </p:cNvSpPr>
          <p:nvPr/>
        </p:nvSpPr>
        <p:spPr bwMode="auto">
          <a:xfrm>
            <a:off x="386397" y="775697"/>
            <a:ext cx="2945787" cy="57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spcBef>
                <a:spcPct val="20000"/>
              </a:spcBef>
              <a:buClr>
                <a:schemeClr val="accent2"/>
              </a:buClr>
              <a:buFont typeface="Wingdings" panose="05000000000000000000" pitchFamily="2" charset="2"/>
              <a:buChar char="o"/>
              <a:defRPr sz="3000">
                <a:solidFill>
                  <a:schemeClr val="tx1"/>
                </a:solidFill>
                <a:latin typeface="Arial" panose="020B0604020202090204" pitchFamily="34" charset="0"/>
                <a:ea typeface="黑体" panose="02010609060101010101" pitchFamily="2" charset="-122"/>
              </a:defRPr>
            </a:lvl1pPr>
            <a:lvl2pPr marL="908050" indent="-436880">
              <a:spcBef>
                <a:spcPct val="20000"/>
              </a:spcBef>
              <a:buClr>
                <a:schemeClr val="accent2"/>
              </a:buClr>
              <a:buFont typeface="Wingdings" panose="05000000000000000000" pitchFamily="2" charset="2"/>
              <a:buChar char="n"/>
              <a:defRPr sz="2600">
                <a:solidFill>
                  <a:schemeClr val="tx1"/>
                </a:solidFill>
                <a:latin typeface="Arial" panose="020B0604020202090204" pitchFamily="34" charset="0"/>
                <a:ea typeface="黑体" panose="0201060906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Arial" panose="020B0604020202090204" pitchFamily="34" charset="0"/>
                <a:ea typeface="黑体" panose="0201060906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Arial" panose="020B0604020202090204" pitchFamily="34" charset="0"/>
                <a:ea typeface="黑体" panose="0201060906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Arial" panose="020B0604020202090204" pitchFamily="34" charset="0"/>
                <a:ea typeface="黑体" panose="0201060906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Arial" panose="020B0604020202090204" pitchFamily="34" charset="0"/>
                <a:ea typeface="黑体" panose="0201060906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Arial" panose="020B0604020202090204" pitchFamily="34" charset="0"/>
                <a:ea typeface="黑体" panose="0201060906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Arial" panose="020B0604020202090204" pitchFamily="34" charset="0"/>
                <a:ea typeface="黑体" panose="0201060906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Arial" panose="020B0604020202090204" pitchFamily="34" charset="0"/>
                <a:ea typeface="黑体" panose="02010609060101010101" pitchFamily="2" charset="-122"/>
              </a:defRPr>
            </a:lvl9pPr>
          </a:lstStyle>
          <a:p>
            <a:pPr>
              <a:buClr>
                <a:srgbClr val="CC0000"/>
              </a:buClr>
              <a:defRPr/>
            </a:pPr>
            <a:r>
              <a:rPr lang="zh-CN" altLang="en-US" sz="2000" b="1" dirty="0">
                <a:solidFill>
                  <a:srgbClr val="000000"/>
                </a:solidFill>
                <a:latin typeface="+mn-ea"/>
                <a:ea typeface="+mn-ea"/>
              </a:rPr>
              <a:t>问题与挑战</a:t>
            </a:r>
            <a:r>
              <a:rPr lang="zh-CN" altLang="en-US" sz="1600" b="1" dirty="0">
                <a:solidFill>
                  <a:srgbClr val="000000"/>
                </a:solidFill>
                <a:latin typeface="+mn-ea"/>
                <a:ea typeface="+mn-ea"/>
              </a:rPr>
              <a:t>：</a:t>
            </a:r>
            <a:endParaRPr kumimoji="0" lang="en-US" altLang="zh-CN" sz="1600" b="1" dirty="0">
              <a:solidFill>
                <a:srgbClr val="000000"/>
              </a:solidFill>
              <a:latin typeface="+mn-ea"/>
              <a:ea typeface="+mn-ea"/>
            </a:endParaRPr>
          </a:p>
        </p:txBody>
      </p:sp>
      <p:pic>
        <p:nvPicPr>
          <p:cNvPr id="17" name="图片 16"/>
          <p:cNvPicPr>
            <a:picLocks noChangeAspect="1"/>
          </p:cNvPicPr>
          <p:nvPr/>
        </p:nvPicPr>
        <p:blipFill>
          <a:blip r:embed="rId1"/>
          <a:stretch>
            <a:fillRect/>
          </a:stretch>
        </p:blipFill>
        <p:spPr>
          <a:xfrm>
            <a:off x="3314065" y="1350645"/>
            <a:ext cx="3151505" cy="2138680"/>
          </a:xfrm>
          <a:prstGeom prst="rect">
            <a:avLst/>
          </a:prstGeom>
        </p:spPr>
      </p:pic>
      <p:pic>
        <p:nvPicPr>
          <p:cNvPr id="3" name="图片 2"/>
          <p:cNvPicPr>
            <a:picLocks noChangeAspect="1"/>
          </p:cNvPicPr>
          <p:nvPr/>
        </p:nvPicPr>
        <p:blipFill>
          <a:blip r:embed="rId2"/>
          <a:stretch>
            <a:fillRect/>
          </a:stretch>
        </p:blipFill>
        <p:spPr>
          <a:xfrm>
            <a:off x="6480175" y="1350645"/>
            <a:ext cx="2464435" cy="971550"/>
          </a:xfrm>
          <a:prstGeom prst="rect">
            <a:avLst/>
          </a:prstGeom>
        </p:spPr>
      </p:pic>
      <p:sp>
        <p:nvSpPr>
          <p:cNvPr id="21" name="文本框 20"/>
          <p:cNvSpPr txBox="1"/>
          <p:nvPr/>
        </p:nvSpPr>
        <p:spPr>
          <a:xfrm>
            <a:off x="4571103" y="3939859"/>
            <a:ext cx="1115482" cy="321945"/>
          </a:xfrm>
          <a:prstGeom prst="rect">
            <a:avLst/>
          </a:prstGeom>
          <a:solidFill>
            <a:srgbClr val="E1EAF9"/>
          </a:solidFill>
        </p:spPr>
        <p:txBody>
          <a:bodyPr wrap="square" rtlCol="0">
            <a:spAutoFit/>
          </a:bodyPr>
          <a:p>
            <a:pPr algn="ctr" defTabSz="457200"/>
            <a:r>
              <a:rPr lang="zh-CN" altLang="en-US" kern="0" spc="-10" dirty="0">
                <a:solidFill>
                  <a:srgbClr val="000000">
                    <a:alpha val="100000"/>
                  </a:srgbClr>
                </a:solidFill>
                <a:latin typeface="+mj-ea"/>
                <a:ea typeface="+mj-ea"/>
                <a:cs typeface="+mj-ea"/>
              </a:rPr>
              <a:t>存储</a:t>
            </a:r>
            <a:r>
              <a:rPr lang="zh-CN" altLang="en-US" kern="0" spc="-10" dirty="0">
                <a:solidFill>
                  <a:srgbClr val="000000">
                    <a:alpha val="100000"/>
                  </a:srgbClr>
                </a:solidFill>
                <a:latin typeface="+mj-ea"/>
                <a:ea typeface="+mj-ea"/>
                <a:cs typeface="+mj-ea"/>
              </a:rPr>
              <a:t>机制</a:t>
            </a:r>
            <a:endParaRPr lang="zh-CN" altLang="en-US" kern="0" spc="-10" dirty="0">
              <a:solidFill>
                <a:srgbClr val="000000">
                  <a:alpha val="100000"/>
                </a:srgbClr>
              </a:solidFill>
              <a:latin typeface="+mj-ea"/>
              <a:ea typeface="+mj-ea"/>
              <a:cs typeface="+mj-ea"/>
            </a:endParaRPr>
          </a:p>
        </p:txBody>
      </p:sp>
      <p:pic>
        <p:nvPicPr>
          <p:cNvPr id="4" name="图片 3"/>
          <p:cNvPicPr>
            <a:picLocks noChangeAspect="1"/>
          </p:cNvPicPr>
          <p:nvPr/>
        </p:nvPicPr>
        <p:blipFill>
          <a:blip r:embed="rId3"/>
          <a:stretch>
            <a:fillRect/>
          </a:stretch>
        </p:blipFill>
        <p:spPr>
          <a:xfrm>
            <a:off x="6480175" y="2499995"/>
            <a:ext cx="2332990" cy="1288415"/>
          </a:xfrm>
          <a:prstGeom prst="rect">
            <a:avLst/>
          </a:prstGeom>
        </p:spPr>
      </p:pic>
      <p:sp>
        <p:nvSpPr>
          <p:cNvPr id="5" name="文本框 4"/>
          <p:cNvSpPr txBox="1"/>
          <p:nvPr/>
        </p:nvSpPr>
        <p:spPr>
          <a:xfrm>
            <a:off x="7106920" y="3937000"/>
            <a:ext cx="1163320" cy="321945"/>
          </a:xfrm>
          <a:prstGeom prst="rect">
            <a:avLst/>
          </a:prstGeom>
          <a:solidFill>
            <a:srgbClr val="E1EAF9"/>
          </a:solidFill>
        </p:spPr>
        <p:txBody>
          <a:bodyPr wrap="square" rtlCol="0">
            <a:spAutoFit/>
          </a:bodyPr>
          <a:p>
            <a:pPr algn="ctr" defTabSz="457200"/>
            <a:r>
              <a:rPr lang="zh-CN" altLang="en-US" kern="0" spc="-10" dirty="0">
                <a:solidFill>
                  <a:srgbClr val="000000">
                    <a:alpha val="100000"/>
                  </a:srgbClr>
                </a:solidFill>
                <a:latin typeface="+mj-ea"/>
                <a:ea typeface="+mj-ea"/>
                <a:cs typeface="+mj-ea"/>
              </a:rPr>
              <a:t>多任务</a:t>
            </a:r>
            <a:r>
              <a:rPr lang="zh-CN" altLang="en-US" kern="0" spc="-10" dirty="0">
                <a:solidFill>
                  <a:srgbClr val="000000">
                    <a:alpha val="100000"/>
                  </a:srgbClr>
                </a:solidFill>
                <a:latin typeface="+mj-ea"/>
                <a:ea typeface="+mj-ea"/>
                <a:cs typeface="+mj-ea"/>
              </a:rPr>
              <a:t>调度</a:t>
            </a:r>
            <a:endParaRPr lang="zh-CN" altLang="en-US" kern="0" spc="-10" dirty="0">
              <a:solidFill>
                <a:srgbClr val="000000">
                  <a:alpha val="100000"/>
                </a:srgbClr>
              </a:solidFill>
              <a:latin typeface="+mj-ea"/>
              <a:ea typeface="+mj-ea"/>
              <a:cs typeface="+mj-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1881558" y="4662986"/>
            <a:ext cx="309880" cy="306705"/>
          </a:xfrm>
          <a:prstGeom prst="rect">
            <a:avLst/>
          </a:prstGeom>
        </p:spPr>
        <p:txBody>
          <a:bodyPr wrap="none">
            <a:spAutoFit/>
          </a:bodyPr>
          <a:lstStyle/>
          <a:p>
            <a:endParaRPr lang="en-US" altLang="zh-CN" sz="1400" b="1" dirty="0">
              <a:solidFill>
                <a:srgbClr val="C00000"/>
              </a:solidFill>
              <a:latin typeface="微软雅黑" panose="020B0503020204020204" pitchFamily="34" charset="-122"/>
              <a:ea typeface="微软雅黑" panose="020B0503020204020204" pitchFamily="34" charset="-122"/>
            </a:endParaRPr>
          </a:p>
        </p:txBody>
      </p:sp>
      <p:sp>
        <p:nvSpPr>
          <p:cNvPr id="22" name="矩形 21"/>
          <p:cNvSpPr/>
          <p:nvPr/>
        </p:nvSpPr>
        <p:spPr>
          <a:xfrm>
            <a:off x="6232127" y="4690341"/>
            <a:ext cx="309880" cy="306705"/>
          </a:xfrm>
          <a:prstGeom prst="rect">
            <a:avLst/>
          </a:prstGeom>
        </p:spPr>
        <p:txBody>
          <a:bodyPr wrap="none">
            <a:spAutoFit/>
          </a:bodyPr>
          <a:lstStyle/>
          <a:p>
            <a:endParaRPr lang="en-US" altLang="zh-CN" sz="1400" b="1" dirty="0">
              <a:solidFill>
                <a:srgbClr val="C00000"/>
              </a:solidFill>
              <a:latin typeface="微软雅黑" panose="020B0503020204020204" pitchFamily="34" charset="-122"/>
              <a:ea typeface="微软雅黑" panose="020B0503020204020204" pitchFamily="34" charset="-122"/>
            </a:endParaRPr>
          </a:p>
        </p:txBody>
      </p:sp>
      <p:sp>
        <p:nvSpPr>
          <p:cNvPr id="12" name="矩形 11"/>
          <p:cNvSpPr/>
          <p:nvPr/>
        </p:nvSpPr>
        <p:spPr>
          <a:xfrm>
            <a:off x="1881558" y="4662986"/>
            <a:ext cx="309880" cy="306705"/>
          </a:xfrm>
          <a:prstGeom prst="rect">
            <a:avLst/>
          </a:prstGeom>
        </p:spPr>
        <p:txBody>
          <a:bodyPr wrap="none">
            <a:spAutoFit/>
          </a:bodyPr>
          <a:lstStyle/>
          <a:p>
            <a:endParaRPr lang="en-US" altLang="zh-CN" sz="1400" b="1" dirty="0">
              <a:solidFill>
                <a:srgbClr val="C00000"/>
              </a:solidFill>
              <a:latin typeface="微软雅黑" panose="020B0503020204020204" pitchFamily="34" charset="-122"/>
              <a:ea typeface="微软雅黑" panose="020B0503020204020204" pitchFamily="34" charset="-122"/>
            </a:endParaRPr>
          </a:p>
        </p:txBody>
      </p:sp>
      <p:sp>
        <p:nvSpPr>
          <p:cNvPr id="13" name="矩形 12"/>
          <p:cNvSpPr/>
          <p:nvPr/>
        </p:nvSpPr>
        <p:spPr>
          <a:xfrm>
            <a:off x="6232127" y="4690341"/>
            <a:ext cx="309880" cy="306705"/>
          </a:xfrm>
          <a:prstGeom prst="rect">
            <a:avLst/>
          </a:prstGeom>
        </p:spPr>
        <p:txBody>
          <a:bodyPr wrap="none">
            <a:spAutoFit/>
          </a:bodyPr>
          <a:lstStyle/>
          <a:p>
            <a:endParaRPr lang="en-US" altLang="zh-CN" sz="1400" b="1" dirty="0">
              <a:solidFill>
                <a:srgbClr val="C00000"/>
              </a:solidFill>
              <a:latin typeface="微软雅黑" panose="020B0503020204020204" pitchFamily="34" charset="-122"/>
              <a:ea typeface="微软雅黑" panose="020B0503020204020204" pitchFamily="34" charset="-122"/>
            </a:endParaRPr>
          </a:p>
        </p:txBody>
      </p:sp>
      <p:sp>
        <p:nvSpPr>
          <p:cNvPr id="14" name="圆角矩形 65"/>
          <p:cNvSpPr/>
          <p:nvPr/>
        </p:nvSpPr>
        <p:spPr>
          <a:xfrm>
            <a:off x="23624" y="4616963"/>
            <a:ext cx="9097861" cy="504740"/>
          </a:xfrm>
          <a:prstGeom prst="roundRect">
            <a:avLst>
              <a:gd name="adj" fmla="val 10000"/>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5400000" scaled="1"/>
            <a:tileRect/>
          </a:gradFill>
          <a:effectLst>
            <a:outerShdw blurRad="88900" dist="127000" dir="3000000" algn="t" rotWithShape="0">
              <a:prstClr val="black">
                <a:alpha val="32000"/>
              </a:prstClr>
            </a:outerShdw>
          </a:effectLst>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nchor="ctr"/>
          <a:lstStyle/>
          <a:p>
            <a:pPr algn="ctr"/>
            <a:r>
              <a:rPr lang="zh-CN" altLang="en-US" sz="2000" b="1" dirty="0">
                <a:solidFill>
                  <a:prstClr val="white"/>
                </a:solidFill>
                <a:latin typeface="Arial" panose="020B0604020202090204" pitchFamily="34" charset="0"/>
                <a:ea typeface="微软雅黑" panose="020B0503020204020204" pitchFamily="34" charset="-122"/>
              </a:rPr>
              <a:t>实现弹性动态的资源</a:t>
            </a:r>
            <a:r>
              <a:rPr lang="zh-CN" altLang="en-US" sz="2000" b="1" dirty="0">
                <a:solidFill>
                  <a:srgbClr val="FFC000"/>
                </a:solidFill>
                <a:latin typeface="Arial" panose="020B0604020202090204" pitchFamily="34" charset="0"/>
                <a:ea typeface="微软雅黑" panose="020B0503020204020204" pitchFamily="34" charset="-122"/>
              </a:rPr>
              <a:t>调度优化</a:t>
            </a:r>
            <a:r>
              <a:rPr lang="zh-CN" altLang="en-US" sz="2000" b="1" dirty="0">
                <a:solidFill>
                  <a:prstClr val="white"/>
                </a:solidFill>
                <a:latin typeface="Arial" panose="020B0604020202090204" pitchFamily="34" charset="0"/>
                <a:ea typeface="微软雅黑" panose="020B0503020204020204" pitchFamily="34" charset="-122"/>
              </a:rPr>
              <a:t>，以及通信</a:t>
            </a:r>
            <a:r>
              <a:rPr lang="en-US" altLang="zh-CN" sz="2000" b="1" dirty="0">
                <a:solidFill>
                  <a:prstClr val="white"/>
                </a:solidFill>
                <a:latin typeface="Arial" panose="020B0604020202090204" pitchFamily="34" charset="0"/>
                <a:ea typeface="微软雅黑" panose="020B0503020204020204" pitchFamily="34" charset="-122"/>
              </a:rPr>
              <a:t>AI</a:t>
            </a:r>
            <a:r>
              <a:rPr lang="zh-CN" altLang="en-US" sz="2000" b="1" dirty="0">
                <a:solidFill>
                  <a:prstClr val="white"/>
                </a:solidFill>
                <a:latin typeface="Arial" panose="020B0604020202090204" pitchFamily="34" charset="0"/>
                <a:ea typeface="微软雅黑" panose="020B0503020204020204" pitchFamily="34" charset="-122"/>
              </a:rPr>
              <a:t>联合导向的算力</a:t>
            </a:r>
            <a:r>
              <a:rPr lang="zh-CN" altLang="en-US" sz="2000" b="1" dirty="0">
                <a:solidFill>
                  <a:srgbClr val="FFC000"/>
                </a:solidFill>
                <a:latin typeface="Arial" panose="020B0604020202090204" pitchFamily="34" charset="0"/>
                <a:ea typeface="微软雅黑" panose="020B0503020204020204" pitchFamily="34" charset="-122"/>
              </a:rPr>
              <a:t>效能优化</a:t>
            </a:r>
            <a:endParaRPr lang="zh-CN" altLang="en-US" sz="2000" b="1" dirty="0">
              <a:solidFill>
                <a:srgbClr val="FFC000"/>
              </a:solidFill>
              <a:latin typeface="Arial" panose="020B0604020202090204" pitchFamily="34" charset="0"/>
              <a:ea typeface="微软雅黑" panose="020B0503020204020204" pitchFamily="34" charset="-122"/>
            </a:endParaRPr>
          </a:p>
        </p:txBody>
      </p:sp>
      <p:pic>
        <p:nvPicPr>
          <p:cNvPr id="21" name="图片 20" descr="研究4-2"/>
          <p:cNvPicPr>
            <a:picLocks noChangeAspect="1"/>
          </p:cNvPicPr>
          <p:nvPr/>
        </p:nvPicPr>
        <p:blipFill>
          <a:blip r:embed="rId1"/>
          <a:stretch>
            <a:fillRect/>
          </a:stretch>
        </p:blipFill>
        <p:spPr>
          <a:xfrm>
            <a:off x="3923928" y="1560582"/>
            <a:ext cx="4806984" cy="2707136"/>
          </a:xfrm>
          <a:prstGeom prst="rect">
            <a:avLst/>
          </a:prstGeom>
        </p:spPr>
      </p:pic>
      <p:sp>
        <p:nvSpPr>
          <p:cNvPr id="25" name="矩形 24"/>
          <p:cNvSpPr/>
          <p:nvPr/>
        </p:nvSpPr>
        <p:spPr>
          <a:xfrm>
            <a:off x="408658" y="67272"/>
            <a:ext cx="8376285" cy="521970"/>
          </a:xfrm>
          <a:prstGeom prst="rect">
            <a:avLst/>
          </a:prstGeom>
        </p:spPr>
        <p:txBody>
          <a:bodyPr wrap="none">
            <a:spAutoFit/>
          </a:bodyPr>
          <a:lstStyle/>
          <a:p>
            <a:pPr algn="ctr" defTabSz="685800"/>
            <a:r>
              <a:rPr lang="zh-CN" altLang="en-US" sz="2800" b="1" dirty="0">
                <a:latin typeface="Arial" panose="020B0604020202090204" pitchFamily="34" charset="0"/>
                <a:ea typeface="微软雅黑" panose="020B0503020204020204" pitchFamily="34" charset="-122"/>
                <a:sym typeface="+mn-ea"/>
              </a:rPr>
              <a:t>研究内容四：全生命周期管理终端模组原理样机搭建</a:t>
            </a:r>
            <a:endParaRPr lang="zh-CN" altLang="en-US" sz="2800" b="1" dirty="0">
              <a:latin typeface="Arial" panose="020B0604020202090204" pitchFamily="34" charset="0"/>
              <a:ea typeface="微软雅黑" panose="020B0503020204020204" pitchFamily="34" charset="-122"/>
              <a:sym typeface="+mn-ea"/>
            </a:endParaRPr>
          </a:p>
        </p:txBody>
      </p:sp>
      <p:grpSp>
        <p:nvGrpSpPr>
          <p:cNvPr id="27" name="组合 26"/>
          <p:cNvGrpSpPr/>
          <p:nvPr/>
        </p:nvGrpSpPr>
        <p:grpSpPr>
          <a:xfrm>
            <a:off x="3245324" y="857471"/>
            <a:ext cx="71755" cy="3512820"/>
            <a:chOff x="7541" y="1579"/>
            <a:chExt cx="113" cy="5532"/>
          </a:xfrm>
        </p:grpSpPr>
        <p:cxnSp>
          <p:nvCxnSpPr>
            <p:cNvPr id="28" name="直接连接符 27"/>
            <p:cNvCxnSpPr/>
            <p:nvPr/>
          </p:nvCxnSpPr>
          <p:spPr>
            <a:xfrm>
              <a:off x="7620" y="1579"/>
              <a:ext cx="34" cy="5533"/>
            </a:xfrm>
            <a:prstGeom prst="line">
              <a:avLst/>
            </a:prstGeom>
            <a:noFill/>
            <a:ln w="12700" cap="flat" cmpd="sng" algn="ctr">
              <a:solidFill>
                <a:srgbClr val="0069B8"/>
              </a:solidFill>
              <a:prstDash val="sysDash"/>
              <a:miter lim="800000"/>
            </a:ln>
          </p:spPr>
        </p:cxnSp>
        <p:cxnSp>
          <p:nvCxnSpPr>
            <p:cNvPr id="29" name="直接连接符 28"/>
            <p:cNvCxnSpPr/>
            <p:nvPr/>
          </p:nvCxnSpPr>
          <p:spPr>
            <a:xfrm>
              <a:off x="7541" y="1579"/>
              <a:ext cx="34" cy="5533"/>
            </a:xfrm>
            <a:prstGeom prst="line">
              <a:avLst/>
            </a:prstGeom>
            <a:noFill/>
            <a:ln w="12700" cap="flat" cmpd="sng" algn="ctr">
              <a:solidFill>
                <a:srgbClr val="0069B8"/>
              </a:solidFill>
              <a:prstDash val="sysDash"/>
              <a:miter lim="800000"/>
            </a:ln>
          </p:spPr>
        </p:cxnSp>
      </p:grpSp>
      <p:grpSp>
        <p:nvGrpSpPr>
          <p:cNvPr id="30" name="组合 29"/>
          <p:cNvGrpSpPr/>
          <p:nvPr/>
        </p:nvGrpSpPr>
        <p:grpSpPr>
          <a:xfrm>
            <a:off x="-135725" y="1488036"/>
            <a:ext cx="3240360" cy="2745226"/>
            <a:chOff x="-286233" y="1482709"/>
            <a:chExt cx="3240360" cy="2745226"/>
          </a:xfrm>
        </p:grpSpPr>
        <p:sp>
          <p:nvSpPr>
            <p:cNvPr id="31" name="圆角矩形 1"/>
            <p:cNvSpPr/>
            <p:nvPr/>
          </p:nvSpPr>
          <p:spPr bwMode="auto">
            <a:xfrm>
              <a:off x="167242" y="1482709"/>
              <a:ext cx="2503477" cy="2745226"/>
            </a:xfrm>
            <a:prstGeom prst="roundRect">
              <a:avLst>
                <a:gd name="adj" fmla="val 5775"/>
              </a:avLst>
            </a:prstGeom>
            <a:noFill/>
            <a:ln w="28575" algn="ctr">
              <a:solidFill>
                <a:srgbClr val="FF0000"/>
              </a:solidFill>
              <a:round/>
            </a:ln>
          </p:spPr>
          <p:txBody>
            <a:bodyPr wrap="none" anchor="ctr"/>
            <a:lstStyle/>
            <a:p>
              <a:pPr marL="457200" lvl="1" eaLnBrk="0" hangingPunct="0">
                <a:lnSpc>
                  <a:spcPct val="120000"/>
                </a:lnSpc>
                <a:buSzPct val="50000"/>
                <a:tabLst>
                  <a:tab pos="185420" algn="l"/>
                </a:tabLst>
                <a:defRPr/>
              </a:pPr>
              <a:endParaRPr lang="en-US" altLang="zh-CN" sz="1800" b="1" dirty="0">
                <a:solidFill>
                  <a:srgbClr val="000000"/>
                </a:solidFill>
                <a:latin typeface="Arial" panose="020B0604020202090204" pitchFamily="34" charset="0"/>
                <a:ea typeface="黑体" panose="02010609060101010101" pitchFamily="2" charset="-122"/>
              </a:endParaRPr>
            </a:p>
          </p:txBody>
        </p:sp>
        <p:sp>
          <p:nvSpPr>
            <p:cNvPr id="32" name="矩形 31"/>
            <p:cNvSpPr/>
            <p:nvPr/>
          </p:nvSpPr>
          <p:spPr>
            <a:xfrm>
              <a:off x="-286233" y="1688108"/>
              <a:ext cx="3240360" cy="2308324"/>
            </a:xfrm>
            <a:prstGeom prst="rect">
              <a:avLst/>
            </a:prstGeom>
          </p:spPr>
          <p:txBody>
            <a:bodyPr wrap="square">
              <a:spAutoFit/>
            </a:bodyPr>
            <a:lstStyle/>
            <a:p>
              <a:pPr marL="720090" lvl="1" indent="-288290" eaLnBrk="0" hangingPunct="0">
                <a:lnSpc>
                  <a:spcPct val="200000"/>
                </a:lnSpc>
                <a:buSzPct val="50000"/>
                <a:buFont typeface="Wingdings" panose="05000000000000000000" pitchFamily="2" charset="2"/>
                <a:buChar char="q"/>
                <a:tabLst>
                  <a:tab pos="185420" algn="l"/>
                </a:tabLst>
                <a:defRPr/>
              </a:pPr>
              <a:r>
                <a:rPr lang="zh-CN" altLang="en-US" sz="1800" b="1" dirty="0">
                  <a:solidFill>
                    <a:srgbClr val="000000"/>
                  </a:solidFill>
                  <a:latin typeface="+mn-ea"/>
                </a:rPr>
                <a:t>异构算力</a:t>
              </a:r>
              <a:r>
                <a:rPr lang="zh-CN" altLang="en-US" sz="1800" b="1" dirty="0">
                  <a:solidFill>
                    <a:srgbClr val="C00000"/>
                  </a:solidFill>
                  <a:latin typeface="+mn-ea"/>
                </a:rPr>
                <a:t>度量差异</a:t>
              </a:r>
              <a:endParaRPr lang="en-US" altLang="zh-CN" sz="1800" b="1" dirty="0">
                <a:solidFill>
                  <a:srgbClr val="C00000"/>
                </a:solidFill>
                <a:latin typeface="+mn-ea"/>
              </a:endParaRPr>
            </a:p>
            <a:p>
              <a:pPr marL="720090" lvl="1" indent="-288290" eaLnBrk="0" hangingPunct="0">
                <a:lnSpc>
                  <a:spcPct val="200000"/>
                </a:lnSpc>
                <a:buSzPct val="50000"/>
                <a:buFont typeface="Wingdings" panose="05000000000000000000" pitchFamily="2" charset="2"/>
                <a:buChar char="q"/>
                <a:tabLst>
                  <a:tab pos="185420" algn="l"/>
                </a:tabLst>
                <a:defRPr/>
              </a:pPr>
              <a:r>
                <a:rPr lang="zh-CN" altLang="en-US" sz="1800" b="1" dirty="0">
                  <a:solidFill>
                    <a:srgbClr val="000000"/>
                  </a:solidFill>
                  <a:latin typeface="+mn-ea"/>
                </a:rPr>
                <a:t>异构算力</a:t>
              </a:r>
              <a:r>
                <a:rPr lang="zh-CN" altLang="en-US" sz="1800" b="1" dirty="0">
                  <a:solidFill>
                    <a:srgbClr val="C00000"/>
                  </a:solidFill>
                  <a:latin typeface="+mn-ea"/>
                </a:rPr>
                <a:t>分布不均衡</a:t>
              </a:r>
              <a:endParaRPr lang="en-US" altLang="zh-CN" sz="1800" b="1" dirty="0">
                <a:solidFill>
                  <a:srgbClr val="C00000"/>
                </a:solidFill>
                <a:latin typeface="+mn-ea"/>
              </a:endParaRPr>
            </a:p>
            <a:p>
              <a:pPr marL="720090" lvl="1" indent="-288290" eaLnBrk="0" hangingPunct="0">
                <a:lnSpc>
                  <a:spcPct val="200000"/>
                </a:lnSpc>
                <a:buSzPct val="50000"/>
                <a:buFont typeface="Wingdings" panose="05000000000000000000" pitchFamily="2" charset="2"/>
                <a:buChar char="q"/>
                <a:tabLst>
                  <a:tab pos="185420" algn="l"/>
                </a:tabLst>
                <a:defRPr/>
              </a:pPr>
              <a:r>
                <a:rPr lang="zh-CN" altLang="en-US" sz="1800" b="1" dirty="0">
                  <a:latin typeface="+mn-ea"/>
                </a:rPr>
                <a:t>异构算力</a:t>
              </a:r>
              <a:r>
                <a:rPr lang="zh-CN" altLang="en-US" sz="1800" b="1" dirty="0">
                  <a:solidFill>
                    <a:srgbClr val="C00000"/>
                  </a:solidFill>
                  <a:latin typeface="+mn-ea"/>
                </a:rPr>
                <a:t>调度弱</a:t>
              </a:r>
              <a:endParaRPr lang="en-US" altLang="zh-CN" sz="1800" b="1" dirty="0">
                <a:solidFill>
                  <a:srgbClr val="C00000"/>
                </a:solidFill>
                <a:latin typeface="+mn-ea"/>
              </a:endParaRPr>
            </a:p>
            <a:p>
              <a:pPr marL="720090" lvl="1" indent="-288290" eaLnBrk="0" hangingPunct="0">
                <a:lnSpc>
                  <a:spcPct val="200000"/>
                </a:lnSpc>
                <a:buSzPct val="50000"/>
                <a:buFont typeface="Wingdings" panose="05000000000000000000" pitchFamily="2" charset="2"/>
                <a:buChar char="q"/>
                <a:tabLst>
                  <a:tab pos="185420" algn="l"/>
                </a:tabLst>
                <a:defRPr/>
              </a:pPr>
              <a:r>
                <a:rPr lang="zh-CN" altLang="en-US" sz="1800" b="1" dirty="0">
                  <a:solidFill>
                    <a:srgbClr val="000000"/>
                  </a:solidFill>
                  <a:latin typeface="+mn-ea"/>
                </a:rPr>
                <a:t>异构算力</a:t>
              </a:r>
              <a:r>
                <a:rPr lang="zh-CN" altLang="en-US" sz="1800" b="1" dirty="0">
                  <a:solidFill>
                    <a:srgbClr val="C00000"/>
                  </a:solidFill>
                  <a:latin typeface="+mn-ea"/>
                </a:rPr>
                <a:t>效能低</a:t>
              </a:r>
              <a:endParaRPr lang="en-US" altLang="zh-CN" sz="1800" b="1" dirty="0">
                <a:solidFill>
                  <a:srgbClr val="C00000"/>
                </a:solidFill>
                <a:latin typeface="+mn-ea"/>
              </a:endParaRPr>
            </a:p>
          </p:txBody>
        </p:sp>
      </p:grpSp>
      <p:sp>
        <p:nvSpPr>
          <p:cNvPr id="33" name="矩形 18"/>
          <p:cNvSpPr>
            <a:spLocks noChangeArrowheads="1"/>
          </p:cNvSpPr>
          <p:nvPr/>
        </p:nvSpPr>
        <p:spPr bwMode="auto">
          <a:xfrm>
            <a:off x="386397" y="775697"/>
            <a:ext cx="2945787" cy="57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spcBef>
                <a:spcPct val="20000"/>
              </a:spcBef>
              <a:buClr>
                <a:schemeClr val="accent2"/>
              </a:buClr>
              <a:buFont typeface="Wingdings" panose="05000000000000000000" pitchFamily="2" charset="2"/>
              <a:buChar char="o"/>
              <a:defRPr sz="3000">
                <a:solidFill>
                  <a:schemeClr val="tx1"/>
                </a:solidFill>
                <a:latin typeface="Arial" panose="020B0604020202090204" pitchFamily="34" charset="0"/>
                <a:ea typeface="黑体" panose="02010609060101010101" pitchFamily="2" charset="-122"/>
              </a:defRPr>
            </a:lvl1pPr>
            <a:lvl2pPr marL="908050" indent="-436880">
              <a:spcBef>
                <a:spcPct val="20000"/>
              </a:spcBef>
              <a:buClr>
                <a:schemeClr val="accent2"/>
              </a:buClr>
              <a:buFont typeface="Wingdings" panose="05000000000000000000" pitchFamily="2" charset="2"/>
              <a:buChar char="n"/>
              <a:defRPr sz="2600">
                <a:solidFill>
                  <a:schemeClr val="tx1"/>
                </a:solidFill>
                <a:latin typeface="Arial" panose="020B0604020202090204" pitchFamily="34" charset="0"/>
                <a:ea typeface="黑体" panose="0201060906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Arial" panose="020B0604020202090204" pitchFamily="34" charset="0"/>
                <a:ea typeface="黑体" panose="0201060906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Arial" panose="020B0604020202090204" pitchFamily="34" charset="0"/>
                <a:ea typeface="黑体" panose="0201060906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Arial" panose="020B0604020202090204" pitchFamily="34" charset="0"/>
                <a:ea typeface="黑体" panose="0201060906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Arial" panose="020B0604020202090204" pitchFamily="34" charset="0"/>
                <a:ea typeface="黑体" panose="0201060906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Arial" panose="020B0604020202090204" pitchFamily="34" charset="0"/>
                <a:ea typeface="黑体" panose="0201060906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Arial" panose="020B0604020202090204" pitchFamily="34" charset="0"/>
                <a:ea typeface="黑体" panose="0201060906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Arial" panose="020B0604020202090204" pitchFamily="34" charset="0"/>
                <a:ea typeface="黑体" panose="02010609060101010101" pitchFamily="2" charset="-122"/>
              </a:defRPr>
            </a:lvl9pPr>
          </a:lstStyle>
          <a:p>
            <a:pPr>
              <a:buClr>
                <a:srgbClr val="CC0000"/>
              </a:buClr>
              <a:defRPr/>
            </a:pPr>
            <a:r>
              <a:rPr lang="zh-CN" altLang="en-US" sz="2000" b="1" dirty="0">
                <a:solidFill>
                  <a:srgbClr val="000000"/>
                </a:solidFill>
                <a:latin typeface="+mn-ea"/>
                <a:ea typeface="+mn-ea"/>
              </a:rPr>
              <a:t>问题与挑战</a:t>
            </a:r>
            <a:r>
              <a:rPr lang="zh-CN" altLang="en-US" sz="1600" b="1" dirty="0">
                <a:solidFill>
                  <a:srgbClr val="000000"/>
                </a:solidFill>
                <a:latin typeface="+mn-ea"/>
                <a:ea typeface="+mn-ea"/>
              </a:rPr>
              <a:t>：</a:t>
            </a:r>
            <a:endParaRPr kumimoji="0" lang="en-US" altLang="zh-CN" sz="1600" b="1" dirty="0">
              <a:solidFill>
                <a:srgbClr val="000000"/>
              </a:solidFill>
              <a:latin typeface="+mn-ea"/>
              <a:ea typeface="+mn-ea"/>
            </a:endParaRPr>
          </a:p>
        </p:txBody>
      </p:sp>
      <p:sp>
        <p:nvSpPr>
          <p:cNvPr id="34" name="矩形 18"/>
          <p:cNvSpPr>
            <a:spLocks noChangeArrowheads="1"/>
          </p:cNvSpPr>
          <p:nvPr/>
        </p:nvSpPr>
        <p:spPr bwMode="auto">
          <a:xfrm>
            <a:off x="3496602" y="775697"/>
            <a:ext cx="4637303" cy="869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spcBef>
                <a:spcPct val="20000"/>
              </a:spcBef>
              <a:buClr>
                <a:schemeClr val="accent2"/>
              </a:buClr>
              <a:buFont typeface="Wingdings" panose="05000000000000000000" pitchFamily="2" charset="2"/>
              <a:buChar char="o"/>
              <a:defRPr sz="3000">
                <a:solidFill>
                  <a:schemeClr val="tx1"/>
                </a:solidFill>
                <a:latin typeface="Arial" panose="020B0604020202090204" pitchFamily="34" charset="0"/>
                <a:ea typeface="黑体" panose="02010609060101010101" pitchFamily="2" charset="-122"/>
              </a:defRPr>
            </a:lvl1pPr>
            <a:lvl2pPr marL="908050" indent="-436880">
              <a:spcBef>
                <a:spcPct val="20000"/>
              </a:spcBef>
              <a:buClr>
                <a:schemeClr val="accent2"/>
              </a:buClr>
              <a:buFont typeface="Wingdings" panose="05000000000000000000" pitchFamily="2" charset="2"/>
              <a:buChar char="n"/>
              <a:defRPr sz="2600">
                <a:solidFill>
                  <a:schemeClr val="tx1"/>
                </a:solidFill>
                <a:latin typeface="Arial" panose="020B0604020202090204" pitchFamily="34" charset="0"/>
                <a:ea typeface="黑体" panose="0201060906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Arial" panose="020B0604020202090204" pitchFamily="34" charset="0"/>
                <a:ea typeface="黑体" panose="0201060906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Arial" panose="020B0604020202090204" pitchFamily="34" charset="0"/>
                <a:ea typeface="黑体" panose="0201060906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Arial" panose="020B0604020202090204" pitchFamily="34" charset="0"/>
                <a:ea typeface="黑体" panose="0201060906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Arial" panose="020B0604020202090204" pitchFamily="34" charset="0"/>
                <a:ea typeface="黑体" panose="0201060906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Arial" panose="020B0604020202090204" pitchFamily="34" charset="0"/>
                <a:ea typeface="黑体" panose="0201060906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Arial" panose="020B0604020202090204" pitchFamily="34" charset="0"/>
                <a:ea typeface="黑体" panose="0201060906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Arial" panose="020B0604020202090204" pitchFamily="34" charset="0"/>
                <a:ea typeface="黑体" panose="02010609060101010101" pitchFamily="2" charset="-122"/>
              </a:defRPr>
            </a:lvl9pPr>
          </a:lstStyle>
          <a:p>
            <a:pPr>
              <a:buClr>
                <a:srgbClr val="00B050"/>
              </a:buClr>
              <a:defRPr/>
            </a:pPr>
            <a:r>
              <a:rPr lang="zh-CN" altLang="en-US" sz="2000" b="1" dirty="0">
                <a:solidFill>
                  <a:srgbClr val="000000"/>
                </a:solidFill>
                <a:latin typeface="+mn-ea"/>
                <a:ea typeface="+mn-ea"/>
              </a:rPr>
              <a:t>技术路线</a:t>
            </a:r>
            <a:r>
              <a:rPr lang="zh-CN" altLang="en-US" sz="1600" b="1" dirty="0">
                <a:solidFill>
                  <a:srgbClr val="000000"/>
                </a:solidFill>
                <a:latin typeface="+mn-ea"/>
                <a:ea typeface="+mn-ea"/>
              </a:rPr>
              <a:t>：</a:t>
            </a:r>
            <a:endParaRPr lang="en-US" altLang="zh-CN" sz="1600" b="1" dirty="0">
              <a:solidFill>
                <a:srgbClr val="000000"/>
              </a:solidFill>
              <a:latin typeface="+mn-ea"/>
              <a:ea typeface="+mn-ea"/>
            </a:endParaRPr>
          </a:p>
        </p:txBody>
      </p:sp>
      <p:sp>
        <p:nvSpPr>
          <p:cNvPr id="35" name="矩形 34"/>
          <p:cNvSpPr/>
          <p:nvPr/>
        </p:nvSpPr>
        <p:spPr>
          <a:xfrm>
            <a:off x="4932040" y="793031"/>
            <a:ext cx="4572000" cy="584775"/>
          </a:xfrm>
          <a:prstGeom prst="rect">
            <a:avLst/>
          </a:prstGeom>
        </p:spPr>
        <p:txBody>
          <a:bodyPr>
            <a:spAutoFit/>
          </a:bodyPr>
          <a:lstStyle/>
          <a:p>
            <a:pPr algn="ctr">
              <a:buClr>
                <a:srgbClr val="00B050"/>
              </a:buClr>
              <a:defRPr/>
            </a:pPr>
            <a:r>
              <a:rPr lang="zh-CN" altLang="en-US" sz="1600" dirty="0">
                <a:solidFill>
                  <a:srgbClr val="000000"/>
                </a:solidFill>
                <a:latin typeface="+mn-ea"/>
              </a:rPr>
              <a:t>异构算力资源调度优化及</a:t>
            </a:r>
            <a:endParaRPr lang="en-US" altLang="zh-CN" sz="1600" dirty="0">
              <a:solidFill>
                <a:srgbClr val="000000"/>
              </a:solidFill>
              <a:latin typeface="+mn-ea"/>
            </a:endParaRPr>
          </a:p>
          <a:p>
            <a:pPr algn="ctr">
              <a:buClr>
                <a:srgbClr val="00B050"/>
              </a:buClr>
              <a:defRPr/>
            </a:pPr>
            <a:r>
              <a:rPr lang="zh-CN" altLang="en-US" sz="1600" dirty="0">
                <a:solidFill>
                  <a:srgbClr val="000000"/>
                </a:solidFill>
                <a:latin typeface="+mn-ea"/>
              </a:rPr>
              <a:t>通信</a:t>
            </a:r>
            <a:r>
              <a:rPr lang="en-US" altLang="zh-CN" sz="1600" dirty="0">
                <a:solidFill>
                  <a:srgbClr val="000000"/>
                </a:solidFill>
                <a:latin typeface="+mn-ea"/>
              </a:rPr>
              <a:t>/AI</a:t>
            </a:r>
            <a:r>
              <a:rPr lang="zh-CN" altLang="en-US" sz="1600" dirty="0">
                <a:solidFill>
                  <a:srgbClr val="000000"/>
                </a:solidFill>
                <a:latin typeface="+mn-ea"/>
              </a:rPr>
              <a:t>任务联合导向的泛在算力效能优化</a:t>
            </a:r>
            <a:endParaRPr lang="en-US" altLang="zh-CN" sz="1600" dirty="0">
              <a:solidFill>
                <a:srgbClr val="000000"/>
              </a:solidFill>
              <a:latin typeface="+mn-ea"/>
            </a:endParaRPr>
          </a:p>
        </p:txBody>
      </p:sp>
    </p:spTree>
  </p:cSld>
  <p:clrMapOvr>
    <a:masterClrMapping/>
  </p:clrMapOvr>
</p:sld>
</file>

<file path=ppt/tags/tag1.xml><?xml version="1.0" encoding="utf-8"?>
<p:tagLst xmlns:p="http://schemas.openxmlformats.org/presentationml/2006/main">
  <p:tag name="COMMONDATA" val="eyJoZGlkIjoiMDljYzUzMWQ4OWI0YzBkYjYzMDRhZTY5ZjZkYmFmYTgifQ=="/>
  <p:tag name="RESOURCE_RECORD_KEY" val="{&quot;29&quot;:[50000049]}"/>
</p:tagLst>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D9D9D9">
            <a:alpha val="50196"/>
          </a:srgbClr>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D9D9D9">
            <a:alpha val="50196"/>
          </a:srgbClr>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D9D9D9">
            <a:alpha val="50196"/>
          </a:srgbClr>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wico​">
  <a:themeElements>
    <a:clrScheme name="沉稳">
      <a:dk1>
        <a:sysClr val="windowText" lastClr="000000"/>
      </a:dk1>
      <a:lt1>
        <a:sysClr val="window" lastClr="FFFFFF"/>
      </a:lt1>
      <a:dk2>
        <a:srgbClr val="676A55"/>
      </a:dk2>
      <a:lt2>
        <a:srgbClr val="EAEBDE"/>
      </a:lt2>
      <a:accent1>
        <a:srgbClr val="72A376"/>
      </a:accent1>
      <a:accent2>
        <a:srgbClr val="B0CCB0"/>
      </a:accent2>
      <a:accent3>
        <a:srgbClr val="A8CDD7"/>
      </a:accent3>
      <a:accent4>
        <a:srgbClr val="C0BEAF"/>
      </a:accent4>
      <a:accent5>
        <a:srgbClr val="CEC597"/>
      </a:accent5>
      <a:accent6>
        <a:srgbClr val="E8B7B7"/>
      </a:accent6>
      <a:hlink>
        <a:srgbClr val="DB5353"/>
      </a:hlink>
      <a:folHlink>
        <a:srgbClr val="903638"/>
      </a:folHlink>
    </a:clrScheme>
    <a:fontScheme name="">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noFill/>
        <a:ln w="6350" cap="flat" cmpd="sng" algn="ctr">
          <a:solidFill>
            <a:srgbClr val="5B9BD5"/>
          </a:solidFill>
          <a:prstDash val="solid"/>
          <a:miter lim="800000"/>
        </a:ln>
      </a:spPr>
      <a:bodyPr/>
      <a:lst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主题2</Template>
  <TotalTime>0</TotalTime>
  <Words>302</Words>
  <Application>WPS 文字</Application>
  <PresentationFormat>全屏显示(16:9)</PresentationFormat>
  <Paragraphs>47</Paragraphs>
  <Slides>3</Slides>
  <Notes>32</Notes>
  <HiddenSlides>0</HiddenSlides>
  <MMClips>0</MMClips>
  <ScaleCrop>false</ScaleCrop>
  <HeadingPairs>
    <vt:vector size="6" baseType="variant">
      <vt:variant>
        <vt:lpstr>已用的字体</vt:lpstr>
      </vt:variant>
      <vt:variant>
        <vt:i4>15</vt:i4>
      </vt:variant>
      <vt:variant>
        <vt:lpstr>主题</vt:lpstr>
      </vt:variant>
      <vt:variant>
        <vt:i4>4</vt:i4>
      </vt:variant>
      <vt:variant>
        <vt:lpstr>幻灯片标题</vt:lpstr>
      </vt:variant>
      <vt:variant>
        <vt:i4>3</vt:i4>
      </vt:variant>
    </vt:vector>
  </HeadingPairs>
  <TitlesOfParts>
    <vt:vector size="22" baseType="lpstr">
      <vt:lpstr>Arial</vt:lpstr>
      <vt:lpstr>宋体</vt:lpstr>
      <vt:lpstr>Wingdings</vt:lpstr>
      <vt:lpstr>微软雅黑</vt:lpstr>
      <vt:lpstr>汉仪旗黑</vt:lpstr>
      <vt:lpstr>Calibri</vt:lpstr>
      <vt:lpstr>Helvetica Neue</vt:lpstr>
      <vt:lpstr>汉仪书宋二KW</vt:lpstr>
      <vt:lpstr>Palatino Linotype</vt:lpstr>
      <vt:lpstr>苹方-简</vt:lpstr>
      <vt:lpstr>黑体</vt:lpstr>
      <vt:lpstr>宋体</vt:lpstr>
      <vt:lpstr>Arial Unicode MS</vt:lpstr>
      <vt:lpstr>汉仪中黑KW</vt:lpstr>
      <vt:lpstr>微软雅黑</vt:lpstr>
      <vt:lpstr>自定义设计方案</vt:lpstr>
      <vt:lpstr>1_自定义设计方案</vt:lpstr>
      <vt:lpstr>2_自定义设计方案</vt:lpstr>
      <vt:lpstr>1_wico​</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8613918770636</dc:creator>
  <cp:lastModifiedBy>吴伯涛</cp:lastModifiedBy>
  <cp:revision>4575</cp:revision>
  <dcterms:created xsi:type="dcterms:W3CDTF">2025-07-14T06:34:48Z</dcterms:created>
  <dcterms:modified xsi:type="dcterms:W3CDTF">2025-07-14T06:34:48Z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2052-6.12.1.8902</vt:lpwstr>
  </property>
  <property fmtid="{D5CDD505-2E9C-101B-9397-08002B2CF9AE}" pid="3" name="ICV">
    <vt:lpwstr>999F7853D04D3B67998774688782277A_43</vt:lpwstr>
  </property>
</Properties>
</file>