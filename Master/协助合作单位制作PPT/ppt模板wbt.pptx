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16560989" r:id="rId3"/>
    <p:sldId id="16560987" r:id="rId4"/>
    <p:sldId id="16560988" r:id="rId5"/>
    <p:sldId id="16560990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0"/>
  </p:normalViewPr>
  <p:slideViewPr>
    <p:cSldViewPr snapToGrid="0">
      <p:cViewPr varScale="1">
        <p:scale>
          <a:sx n="113" d="100"/>
          <a:sy n="113" d="100"/>
        </p:scale>
        <p:origin x="968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tags" Target="../tags/tag9.xml"/><Relationship Id="rId3" Type="http://schemas.openxmlformats.org/officeDocument/2006/relationships/tags" Target="../tags/tag8.xml"/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Page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组合 42"/>
          <p:cNvGrpSpPr/>
          <p:nvPr userDrawn="1"/>
        </p:nvGrpSpPr>
        <p:grpSpPr>
          <a:xfrm>
            <a:off x="1" y="-19988"/>
            <a:ext cx="12449529" cy="7212199"/>
            <a:chOff x="1" y="-19988"/>
            <a:chExt cx="12449529" cy="7212199"/>
          </a:xfrm>
        </p:grpSpPr>
        <p:sp>
          <p:nvSpPr>
            <p:cNvPr id="36" name="iṧḷîďè"/>
            <p:cNvSpPr/>
            <p:nvPr userDrawn="1"/>
          </p:nvSpPr>
          <p:spPr>
            <a:xfrm>
              <a:off x="1" y="2456034"/>
              <a:ext cx="1764223" cy="3499524"/>
            </a:xfrm>
            <a:custGeom>
              <a:avLst/>
              <a:gdLst>
                <a:gd name="connsiteX0" fmla="*/ 14461 w 1764223"/>
                <a:gd name="connsiteY0" fmla="*/ 0 h 3499524"/>
                <a:gd name="connsiteX1" fmla="*/ 1764223 w 1764223"/>
                <a:gd name="connsiteY1" fmla="*/ 1749762 h 3499524"/>
                <a:gd name="connsiteX2" fmla="*/ 14461 w 1764223"/>
                <a:gd name="connsiteY2" fmla="*/ 3499524 h 3499524"/>
                <a:gd name="connsiteX3" fmla="*/ 0 w 1764223"/>
                <a:gd name="connsiteY3" fmla="*/ 3498794 h 3499524"/>
                <a:gd name="connsiteX4" fmla="*/ 0 w 1764223"/>
                <a:gd name="connsiteY4" fmla="*/ 730 h 349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4223" h="3499524">
                  <a:moveTo>
                    <a:pt x="14461" y="0"/>
                  </a:moveTo>
                  <a:cubicBezTo>
                    <a:pt x="980828" y="0"/>
                    <a:pt x="1764223" y="783395"/>
                    <a:pt x="1764223" y="1749762"/>
                  </a:cubicBezTo>
                  <a:cubicBezTo>
                    <a:pt x="1764223" y="2716129"/>
                    <a:pt x="980828" y="3499524"/>
                    <a:pt x="14461" y="3499524"/>
                  </a:cubicBezTo>
                  <a:lnTo>
                    <a:pt x="0" y="3498794"/>
                  </a:lnTo>
                  <a:lnTo>
                    <a:pt x="0" y="73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AED7FC"/>
                </a:gs>
                <a:gs pos="54000">
                  <a:srgbClr val="71A7FC">
                    <a:alpha val="97000"/>
                  </a:srgbClr>
                </a:gs>
                <a:gs pos="29000">
                  <a:srgbClr val="5D95FD"/>
                </a:gs>
                <a:gs pos="0">
                  <a:srgbClr val="397AFD"/>
                </a:gs>
              </a:gsLst>
              <a:lin ang="14400000" scaled="0"/>
              <a:tileRect/>
            </a:gradFill>
            <a:ln>
              <a:noFill/>
            </a:ln>
            <a:effectLst>
              <a:outerShdw blurRad="355600" dist="88900" dir="4800000" algn="tl" rotWithShape="0">
                <a:srgbClr val="6B9FF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3" name="ïṡļîde"/>
            <p:cNvSpPr/>
            <p:nvPr userDrawn="1"/>
          </p:nvSpPr>
          <p:spPr>
            <a:xfrm>
              <a:off x="8013750" y="1930400"/>
              <a:ext cx="2222749" cy="2222747"/>
            </a:xfrm>
            <a:prstGeom prst="ellipse">
              <a:avLst/>
            </a:prstGeom>
            <a:gradFill flip="none" rotWithShape="1">
              <a:gsLst>
                <a:gs pos="100000">
                  <a:srgbClr val="8AC5FA"/>
                </a:gs>
                <a:gs pos="91000">
                  <a:srgbClr val="70A9FC"/>
                </a:gs>
                <a:gs pos="77000">
                  <a:srgbClr val="5F97FD"/>
                </a:gs>
                <a:gs pos="27000">
                  <a:srgbClr val="397AFD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431800" dist="292100" dir="8940000" sx="112000" sy="112000" algn="tr" rotWithShape="0">
                <a:srgbClr val="AED7FC">
                  <a:alpha val="3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íş1ïḑê"/>
            <p:cNvSpPr/>
            <p:nvPr userDrawn="1"/>
          </p:nvSpPr>
          <p:spPr>
            <a:xfrm>
              <a:off x="4049881" y="-19988"/>
              <a:ext cx="6247560" cy="3588924"/>
            </a:xfrm>
            <a:custGeom>
              <a:avLst/>
              <a:gdLst>
                <a:gd name="connsiteX0" fmla="*/ 38373 w 6247560"/>
                <a:gd name="connsiteY0" fmla="*/ 0 h 3588924"/>
                <a:gd name="connsiteX1" fmla="*/ 6209187 w 6247560"/>
                <a:gd name="connsiteY1" fmla="*/ 0 h 3588924"/>
                <a:gd name="connsiteX2" fmla="*/ 6231432 w 6247560"/>
                <a:gd name="connsiteY2" fmla="*/ 145756 h 3588924"/>
                <a:gd name="connsiteX3" fmla="*/ 6247560 w 6247560"/>
                <a:gd name="connsiteY3" fmla="*/ 465144 h 3588924"/>
                <a:gd name="connsiteX4" fmla="*/ 3123780 w 6247560"/>
                <a:gd name="connsiteY4" fmla="*/ 3588924 h 3588924"/>
                <a:gd name="connsiteX5" fmla="*/ 0 w 6247560"/>
                <a:gd name="connsiteY5" fmla="*/ 465144 h 3588924"/>
                <a:gd name="connsiteX6" fmla="*/ 16128 w 6247560"/>
                <a:gd name="connsiteY6" fmla="*/ 145756 h 358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7560" h="3588924">
                  <a:moveTo>
                    <a:pt x="38373" y="0"/>
                  </a:moveTo>
                  <a:lnTo>
                    <a:pt x="6209187" y="0"/>
                  </a:lnTo>
                  <a:lnTo>
                    <a:pt x="6231432" y="145756"/>
                  </a:lnTo>
                  <a:cubicBezTo>
                    <a:pt x="6242097" y="250768"/>
                    <a:pt x="6247560" y="357318"/>
                    <a:pt x="6247560" y="465144"/>
                  </a:cubicBezTo>
                  <a:cubicBezTo>
                    <a:pt x="6247560" y="2190360"/>
                    <a:pt x="4848996" y="3588924"/>
                    <a:pt x="3123780" y="3588924"/>
                  </a:cubicBezTo>
                  <a:cubicBezTo>
                    <a:pt x="1398565" y="3588924"/>
                    <a:pt x="0" y="2190360"/>
                    <a:pt x="0" y="465144"/>
                  </a:cubicBezTo>
                  <a:cubicBezTo>
                    <a:pt x="0" y="357318"/>
                    <a:pt x="5463" y="250768"/>
                    <a:pt x="16128" y="145756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43000"/>
                  </a:srgbClr>
                </a:gs>
                <a:gs pos="62000">
                  <a:srgbClr val="B3CDFE">
                    <a:alpha val="3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/>
                </a:gs>
                <a:gs pos="100000">
                  <a:srgbClr val="518AFD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5" name="îṥļïḋè"/>
            <p:cNvSpPr/>
            <p:nvPr userDrawn="1"/>
          </p:nvSpPr>
          <p:spPr>
            <a:xfrm rot="11315297">
              <a:off x="7724986" y="2758636"/>
              <a:ext cx="4724544" cy="4433575"/>
            </a:xfrm>
            <a:custGeom>
              <a:avLst/>
              <a:gdLst>
                <a:gd name="connsiteX0" fmla="*/ 2076484 w 4724544"/>
                <a:gd name="connsiteY0" fmla="*/ 4397582 h 4433575"/>
                <a:gd name="connsiteX1" fmla="*/ 1600764 w 4724544"/>
                <a:gd name="connsiteY1" fmla="*/ 4433575 h 4433575"/>
                <a:gd name="connsiteX2" fmla="*/ 671848 w 4724544"/>
                <a:gd name="connsiteY2" fmla="*/ 4293136 h 4433575"/>
                <a:gd name="connsiteX3" fmla="*/ 539956 w 4724544"/>
                <a:gd name="connsiteY3" fmla="*/ 4244863 h 4433575"/>
                <a:gd name="connsiteX4" fmla="*/ 0 w 4724544"/>
                <a:gd name="connsiteY4" fmla="*/ 669628 h 4433575"/>
                <a:gd name="connsiteX5" fmla="*/ 4433838 w 4724544"/>
                <a:gd name="connsiteY5" fmla="*/ 0 h 4433575"/>
                <a:gd name="connsiteX6" fmla="*/ 4479062 w 4724544"/>
                <a:gd name="connsiteY6" fmla="*/ 93879 h 4433575"/>
                <a:gd name="connsiteX7" fmla="*/ 4724544 w 4724544"/>
                <a:gd name="connsiteY7" fmla="*/ 1309795 h 4433575"/>
                <a:gd name="connsiteX8" fmla="*/ 2076484 w 4724544"/>
                <a:gd name="connsiteY8" fmla="*/ 4397582 h 44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4544" h="4433575">
                  <a:moveTo>
                    <a:pt x="2076484" y="4397582"/>
                  </a:moveTo>
                  <a:cubicBezTo>
                    <a:pt x="1921371" y="4421283"/>
                    <a:pt x="1762502" y="4433575"/>
                    <a:pt x="1600764" y="4433575"/>
                  </a:cubicBezTo>
                  <a:cubicBezTo>
                    <a:pt x="1277286" y="4433575"/>
                    <a:pt x="965292" y="4384407"/>
                    <a:pt x="671848" y="4293136"/>
                  </a:cubicBezTo>
                  <a:lnTo>
                    <a:pt x="539956" y="4244863"/>
                  </a:lnTo>
                  <a:lnTo>
                    <a:pt x="0" y="669628"/>
                  </a:lnTo>
                  <a:lnTo>
                    <a:pt x="4433838" y="0"/>
                  </a:lnTo>
                  <a:lnTo>
                    <a:pt x="4479062" y="93879"/>
                  </a:lnTo>
                  <a:cubicBezTo>
                    <a:pt x="4637134" y="467603"/>
                    <a:pt x="4724544" y="878491"/>
                    <a:pt x="4724544" y="1309795"/>
                  </a:cubicBezTo>
                  <a:cubicBezTo>
                    <a:pt x="4724544" y="2873272"/>
                    <a:pt x="3575918" y="4168473"/>
                    <a:pt x="2076484" y="4397582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43000"/>
                  </a:srgbClr>
                </a:gs>
                <a:gs pos="62000">
                  <a:srgbClr val="B3CDFE">
                    <a:alpha val="3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/>
                </a:gs>
                <a:gs pos="100000">
                  <a:srgbClr val="518AFD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37" name="iṡļíḓè"/>
            <p:cNvSpPr/>
            <p:nvPr userDrawn="1"/>
          </p:nvSpPr>
          <p:spPr>
            <a:xfrm>
              <a:off x="3379327" y="5213028"/>
              <a:ext cx="1543339" cy="1543339"/>
            </a:xfrm>
            <a:prstGeom prst="ellipse">
              <a:avLst/>
            </a:prstGeom>
            <a:gradFill flip="none" rotWithShape="1">
              <a:gsLst>
                <a:gs pos="94000">
                  <a:srgbClr val="A4C2FE"/>
                </a:gs>
                <a:gs pos="100000">
                  <a:srgbClr val="397AFD"/>
                </a:gs>
                <a:gs pos="42000">
                  <a:srgbClr val="EBF2FF"/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11200" dist="241300" dir="2700000" sx="92000" sy="92000" algn="tl" rotWithShape="0">
                <a:srgbClr val="397AF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ctrTitle" hasCustomPrompt="1"/>
          </p:nvPr>
        </p:nvSpPr>
        <p:spPr>
          <a:xfrm>
            <a:off x="347345" y="2456180"/>
            <a:ext cx="11059160" cy="1172845"/>
          </a:xfrm>
        </p:spPr>
        <p:txBody>
          <a:bodyPr vert="horz" lIns="91440" tIns="45720" rIns="91440" bIns="45720" rtlCol="0" anchor="b">
            <a:noAutofit/>
          </a:bodyPr>
          <a:lstStyle>
            <a:lvl1pPr algn="ctr">
              <a:defRPr lang="zh-CN" altLang="en-US" sz="6000" b="1" dirty="0"/>
            </a:lvl1pPr>
          </a:lstStyle>
          <a:p>
            <a:pPr lvl="0" defTabSz="914400"/>
            <a:r>
              <a:rPr lang="en-US" altLang="zh-CN" dirty="0"/>
              <a:t>Click to edit </a:t>
            </a:r>
            <a:br>
              <a:rPr lang="en-US" altLang="zh-CN" dirty="0"/>
            </a:br>
            <a:r>
              <a:rPr lang="en-US" altLang="zh-CN" dirty="0"/>
              <a:t>Master title style</a:t>
            </a:r>
            <a:endParaRPr lang="zh-CN" altLang="en-US" dirty="0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talog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îSḷîḑé"/>
          <p:cNvGrpSpPr/>
          <p:nvPr userDrawn="1"/>
        </p:nvGrpSpPr>
        <p:grpSpPr>
          <a:xfrm>
            <a:off x="1" y="-19988"/>
            <a:ext cx="12449529" cy="7212199"/>
            <a:chOff x="1" y="-19988"/>
            <a:chExt cx="12449529" cy="7212199"/>
          </a:xfrm>
        </p:grpSpPr>
        <p:sp>
          <p:nvSpPr>
            <p:cNvPr id="10" name="ïṣļïḑè"/>
            <p:cNvSpPr/>
            <p:nvPr userDrawn="1">
              <p:custDataLst>
                <p:tags r:id="rId2"/>
              </p:custDataLst>
            </p:nvPr>
          </p:nvSpPr>
          <p:spPr>
            <a:xfrm>
              <a:off x="1" y="2456034"/>
              <a:ext cx="1764223" cy="3499524"/>
            </a:xfrm>
            <a:custGeom>
              <a:avLst/>
              <a:gdLst>
                <a:gd name="connsiteX0" fmla="*/ 14461 w 1764223"/>
                <a:gd name="connsiteY0" fmla="*/ 0 h 3499524"/>
                <a:gd name="connsiteX1" fmla="*/ 1764223 w 1764223"/>
                <a:gd name="connsiteY1" fmla="*/ 1749762 h 3499524"/>
                <a:gd name="connsiteX2" fmla="*/ 14461 w 1764223"/>
                <a:gd name="connsiteY2" fmla="*/ 3499524 h 3499524"/>
                <a:gd name="connsiteX3" fmla="*/ 0 w 1764223"/>
                <a:gd name="connsiteY3" fmla="*/ 3498794 h 3499524"/>
                <a:gd name="connsiteX4" fmla="*/ 0 w 1764223"/>
                <a:gd name="connsiteY4" fmla="*/ 730 h 349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4223" h="3499524">
                  <a:moveTo>
                    <a:pt x="14461" y="0"/>
                  </a:moveTo>
                  <a:cubicBezTo>
                    <a:pt x="980828" y="0"/>
                    <a:pt x="1764223" y="783395"/>
                    <a:pt x="1764223" y="1749762"/>
                  </a:cubicBezTo>
                  <a:cubicBezTo>
                    <a:pt x="1764223" y="2716129"/>
                    <a:pt x="980828" y="3499524"/>
                    <a:pt x="14461" y="3499524"/>
                  </a:cubicBezTo>
                  <a:lnTo>
                    <a:pt x="0" y="3498794"/>
                  </a:lnTo>
                  <a:lnTo>
                    <a:pt x="0" y="73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AED7FC">
                    <a:alpha val="5000"/>
                  </a:srgbClr>
                </a:gs>
                <a:gs pos="54000">
                  <a:srgbClr val="71A7FC">
                    <a:alpha val="5000"/>
                  </a:srgbClr>
                </a:gs>
                <a:gs pos="29000">
                  <a:srgbClr val="5D95FD">
                    <a:alpha val="5000"/>
                  </a:srgbClr>
                </a:gs>
                <a:gs pos="0">
                  <a:srgbClr val="397AFD">
                    <a:alpha val="5000"/>
                  </a:srgbClr>
                </a:gs>
              </a:gsLst>
              <a:lin ang="14400000" scaled="0"/>
              <a:tileRect/>
            </a:gradFill>
            <a:ln>
              <a:noFill/>
            </a:ln>
            <a:effectLst>
              <a:outerShdw blurRad="355600" dist="88900" dir="4800000" algn="tl" rotWithShape="0">
                <a:srgbClr val="6B9FF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íṡľîḋè"/>
            <p:cNvSpPr/>
            <p:nvPr userDrawn="1">
              <p:custDataLst>
                <p:tags r:id="rId3"/>
              </p:custDataLst>
            </p:nvPr>
          </p:nvSpPr>
          <p:spPr>
            <a:xfrm>
              <a:off x="4049881" y="-19988"/>
              <a:ext cx="6247560" cy="3588924"/>
            </a:xfrm>
            <a:custGeom>
              <a:avLst/>
              <a:gdLst>
                <a:gd name="connsiteX0" fmla="*/ 38373 w 6247560"/>
                <a:gd name="connsiteY0" fmla="*/ 0 h 3588924"/>
                <a:gd name="connsiteX1" fmla="*/ 6209187 w 6247560"/>
                <a:gd name="connsiteY1" fmla="*/ 0 h 3588924"/>
                <a:gd name="connsiteX2" fmla="*/ 6231432 w 6247560"/>
                <a:gd name="connsiteY2" fmla="*/ 145756 h 3588924"/>
                <a:gd name="connsiteX3" fmla="*/ 6247560 w 6247560"/>
                <a:gd name="connsiteY3" fmla="*/ 465144 h 3588924"/>
                <a:gd name="connsiteX4" fmla="*/ 3123780 w 6247560"/>
                <a:gd name="connsiteY4" fmla="*/ 3588924 h 3588924"/>
                <a:gd name="connsiteX5" fmla="*/ 0 w 6247560"/>
                <a:gd name="connsiteY5" fmla="*/ 465144 h 3588924"/>
                <a:gd name="connsiteX6" fmla="*/ 16128 w 6247560"/>
                <a:gd name="connsiteY6" fmla="*/ 145756 h 358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7560" h="3588924">
                  <a:moveTo>
                    <a:pt x="38373" y="0"/>
                  </a:moveTo>
                  <a:lnTo>
                    <a:pt x="6209187" y="0"/>
                  </a:lnTo>
                  <a:lnTo>
                    <a:pt x="6231432" y="145756"/>
                  </a:lnTo>
                  <a:cubicBezTo>
                    <a:pt x="6242097" y="250768"/>
                    <a:pt x="6247560" y="357318"/>
                    <a:pt x="6247560" y="465144"/>
                  </a:cubicBezTo>
                  <a:cubicBezTo>
                    <a:pt x="6247560" y="2190360"/>
                    <a:pt x="4848996" y="3588924"/>
                    <a:pt x="3123780" y="3588924"/>
                  </a:cubicBezTo>
                  <a:cubicBezTo>
                    <a:pt x="1398565" y="3588924"/>
                    <a:pt x="0" y="2190360"/>
                    <a:pt x="0" y="465144"/>
                  </a:cubicBezTo>
                  <a:cubicBezTo>
                    <a:pt x="0" y="357318"/>
                    <a:pt x="5463" y="250768"/>
                    <a:pt x="16128" y="145756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13000"/>
                  </a:srgbClr>
                </a:gs>
                <a:gs pos="62000">
                  <a:srgbClr val="B3CDFE">
                    <a:alpha val="1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>
                    <a:alpha val="50000"/>
                  </a:srgbClr>
                </a:gs>
                <a:gs pos="100000">
                  <a:srgbClr val="518AFD">
                    <a:alpha val="5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íśḻïdé"/>
            <p:cNvSpPr/>
            <p:nvPr userDrawn="1">
              <p:custDataLst>
                <p:tags r:id="rId4"/>
              </p:custDataLst>
            </p:nvPr>
          </p:nvSpPr>
          <p:spPr>
            <a:xfrm rot="11315297">
              <a:off x="7724986" y="2758636"/>
              <a:ext cx="4724544" cy="4433575"/>
            </a:xfrm>
            <a:custGeom>
              <a:avLst/>
              <a:gdLst>
                <a:gd name="connsiteX0" fmla="*/ 2076484 w 4724544"/>
                <a:gd name="connsiteY0" fmla="*/ 4397582 h 4433575"/>
                <a:gd name="connsiteX1" fmla="*/ 1600764 w 4724544"/>
                <a:gd name="connsiteY1" fmla="*/ 4433575 h 4433575"/>
                <a:gd name="connsiteX2" fmla="*/ 671848 w 4724544"/>
                <a:gd name="connsiteY2" fmla="*/ 4293136 h 4433575"/>
                <a:gd name="connsiteX3" fmla="*/ 539956 w 4724544"/>
                <a:gd name="connsiteY3" fmla="*/ 4244863 h 4433575"/>
                <a:gd name="connsiteX4" fmla="*/ 0 w 4724544"/>
                <a:gd name="connsiteY4" fmla="*/ 669628 h 4433575"/>
                <a:gd name="connsiteX5" fmla="*/ 4433838 w 4724544"/>
                <a:gd name="connsiteY5" fmla="*/ 0 h 4433575"/>
                <a:gd name="connsiteX6" fmla="*/ 4479062 w 4724544"/>
                <a:gd name="connsiteY6" fmla="*/ 93879 h 4433575"/>
                <a:gd name="connsiteX7" fmla="*/ 4724544 w 4724544"/>
                <a:gd name="connsiteY7" fmla="*/ 1309795 h 4433575"/>
                <a:gd name="connsiteX8" fmla="*/ 2076484 w 4724544"/>
                <a:gd name="connsiteY8" fmla="*/ 4397582 h 44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4544" h="4433575">
                  <a:moveTo>
                    <a:pt x="2076484" y="4397582"/>
                  </a:moveTo>
                  <a:cubicBezTo>
                    <a:pt x="1921371" y="4421283"/>
                    <a:pt x="1762502" y="4433575"/>
                    <a:pt x="1600764" y="4433575"/>
                  </a:cubicBezTo>
                  <a:cubicBezTo>
                    <a:pt x="1277286" y="4433575"/>
                    <a:pt x="965292" y="4384407"/>
                    <a:pt x="671848" y="4293136"/>
                  </a:cubicBezTo>
                  <a:lnTo>
                    <a:pt x="539956" y="4244863"/>
                  </a:lnTo>
                  <a:lnTo>
                    <a:pt x="0" y="669628"/>
                  </a:lnTo>
                  <a:lnTo>
                    <a:pt x="4433838" y="0"/>
                  </a:lnTo>
                  <a:lnTo>
                    <a:pt x="4479062" y="93879"/>
                  </a:lnTo>
                  <a:cubicBezTo>
                    <a:pt x="4637134" y="467603"/>
                    <a:pt x="4724544" y="878491"/>
                    <a:pt x="4724544" y="1309795"/>
                  </a:cubicBezTo>
                  <a:cubicBezTo>
                    <a:pt x="4724544" y="2873272"/>
                    <a:pt x="3575918" y="4168473"/>
                    <a:pt x="2076484" y="4397582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13000"/>
                  </a:srgbClr>
                </a:gs>
                <a:gs pos="62000">
                  <a:srgbClr val="B3CDFE">
                    <a:alpha val="1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>
                    <a:alpha val="50000"/>
                  </a:srgbClr>
                </a:gs>
                <a:gs pos="100000">
                  <a:srgbClr val="518AFD">
                    <a:alpha val="5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6" name="íṩ1ide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sp>
        <p:nvSpPr>
          <p:cNvPr id="14" name="ïṩḷiḑê"/>
          <p:cNvSpPr txBox="1"/>
          <p:nvPr userDrawn="1">
            <p:custDataLst>
              <p:tags r:id="rId6"/>
            </p:custDataLst>
          </p:nvPr>
        </p:nvSpPr>
        <p:spPr>
          <a:xfrm>
            <a:off x="927735" y="1389380"/>
            <a:ext cx="3195747" cy="769441"/>
          </a:xfrm>
          <a:prstGeom prst="rect">
            <a:avLst/>
          </a:prstGeom>
          <a:noFill/>
        </p:spPr>
        <p:txBody>
          <a:bodyPr wrap="none" lIns="0" rtlCol="0">
            <a:spAutoFit/>
          </a:bodyPr>
          <a:lstStyle>
            <a:defPPr>
              <a:defRPr lang="zh-CN"/>
            </a:defPPr>
            <a:lvl1pPr>
              <a:defRPr kumimoji="0" sz="1400" b="1" i="0" u="none" strike="noStrike" cap="none" spc="0" normalizeH="0" baseline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</a:defRPr>
            </a:lvl1pPr>
          </a:lstStyle>
          <a:p>
            <a:r>
              <a:rPr kumimoji="1" lang="en-US" altLang="zh-CN" sz="4400" dirty="0">
                <a:solidFill>
                  <a:schemeClr val="tx1"/>
                </a:solidFill>
              </a:rPr>
              <a:t>CONTENTS</a:t>
            </a:r>
            <a:endParaRPr lang="en-US" altLang="zh-CN" sz="4400" dirty="0">
              <a:solidFill>
                <a:schemeClr val="tx1"/>
              </a:solidFill>
            </a:endParaRPr>
          </a:p>
        </p:txBody>
      </p:sp>
      <p:sp>
        <p:nvSpPr>
          <p:cNvPr id="7" name="内容占位符 6"/>
          <p:cNvSpPr>
            <a:spLocks noGrp="1"/>
          </p:cNvSpPr>
          <p:nvPr>
            <p:ph idx="1"/>
            <p:custDataLst>
              <p:tags r:id="rId7"/>
            </p:custDataLst>
          </p:nvPr>
        </p:nvSpPr>
        <p:spPr>
          <a:xfrm>
            <a:off x="4998085" y="835269"/>
            <a:ext cx="6358255" cy="4738311"/>
          </a:xfrm>
        </p:spPr>
        <p:txBody>
          <a:bodyPr>
            <a:normAutofit/>
          </a:bodyPr>
          <a:lstStyle>
            <a:lvl1pPr marL="0" indent="0">
              <a:buFontTx/>
              <a:buNone/>
              <a:defRPr sz="2000"/>
            </a:lvl1pPr>
            <a:lvl2pPr marL="457200" indent="0">
              <a:buFontTx/>
              <a:buNone/>
              <a:defRPr sz="2000"/>
            </a:lvl2pPr>
            <a:lvl3pPr marL="914400" indent="0">
              <a:buFontTx/>
              <a:buNone/>
              <a:defRPr sz="2000"/>
            </a:lvl3pPr>
            <a:lvl4pPr marL="1371600" indent="0">
              <a:buFontTx/>
              <a:buNone/>
              <a:defRPr sz="2000"/>
            </a:lvl4pPr>
            <a:lvl5pPr marL="1828800" indent="0">
              <a:buFontTx/>
              <a:buNone/>
              <a:defRPr sz="2000"/>
            </a:lvl5pPr>
          </a:lstStyle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îSḷîḑé"/>
          <p:cNvGrpSpPr/>
          <p:nvPr userDrawn="1"/>
        </p:nvGrpSpPr>
        <p:grpSpPr>
          <a:xfrm>
            <a:off x="1" y="-19988"/>
            <a:ext cx="12449529" cy="7212199"/>
            <a:chOff x="1" y="-19988"/>
            <a:chExt cx="12449529" cy="7212199"/>
          </a:xfrm>
        </p:grpSpPr>
        <p:sp>
          <p:nvSpPr>
            <p:cNvPr id="10" name="ïṣļïḑè"/>
            <p:cNvSpPr/>
            <p:nvPr userDrawn="1">
              <p:custDataLst>
                <p:tags r:id="rId2"/>
              </p:custDataLst>
            </p:nvPr>
          </p:nvSpPr>
          <p:spPr>
            <a:xfrm>
              <a:off x="1" y="2456034"/>
              <a:ext cx="1764223" cy="3499524"/>
            </a:xfrm>
            <a:custGeom>
              <a:avLst/>
              <a:gdLst>
                <a:gd name="connsiteX0" fmla="*/ 14461 w 1764223"/>
                <a:gd name="connsiteY0" fmla="*/ 0 h 3499524"/>
                <a:gd name="connsiteX1" fmla="*/ 1764223 w 1764223"/>
                <a:gd name="connsiteY1" fmla="*/ 1749762 h 3499524"/>
                <a:gd name="connsiteX2" fmla="*/ 14461 w 1764223"/>
                <a:gd name="connsiteY2" fmla="*/ 3499524 h 3499524"/>
                <a:gd name="connsiteX3" fmla="*/ 0 w 1764223"/>
                <a:gd name="connsiteY3" fmla="*/ 3498794 h 3499524"/>
                <a:gd name="connsiteX4" fmla="*/ 0 w 1764223"/>
                <a:gd name="connsiteY4" fmla="*/ 730 h 349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4223" h="3499524">
                  <a:moveTo>
                    <a:pt x="14461" y="0"/>
                  </a:moveTo>
                  <a:cubicBezTo>
                    <a:pt x="980828" y="0"/>
                    <a:pt x="1764223" y="783395"/>
                    <a:pt x="1764223" y="1749762"/>
                  </a:cubicBezTo>
                  <a:cubicBezTo>
                    <a:pt x="1764223" y="2716129"/>
                    <a:pt x="980828" y="3499524"/>
                    <a:pt x="14461" y="3499524"/>
                  </a:cubicBezTo>
                  <a:lnTo>
                    <a:pt x="0" y="3498794"/>
                  </a:lnTo>
                  <a:lnTo>
                    <a:pt x="0" y="73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AED7FC">
                    <a:alpha val="5000"/>
                  </a:srgbClr>
                </a:gs>
                <a:gs pos="54000">
                  <a:srgbClr val="71A7FC">
                    <a:alpha val="5000"/>
                  </a:srgbClr>
                </a:gs>
                <a:gs pos="29000">
                  <a:srgbClr val="5D95FD">
                    <a:alpha val="5000"/>
                  </a:srgbClr>
                </a:gs>
                <a:gs pos="0">
                  <a:srgbClr val="397AFD">
                    <a:alpha val="5000"/>
                  </a:srgbClr>
                </a:gs>
              </a:gsLst>
              <a:lin ang="14400000" scaled="0"/>
              <a:tileRect/>
            </a:gradFill>
            <a:ln>
              <a:noFill/>
            </a:ln>
            <a:effectLst>
              <a:outerShdw blurRad="355600" dist="88900" dir="4800000" algn="tl" rotWithShape="0">
                <a:srgbClr val="6B9FF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íṡľîḋè"/>
            <p:cNvSpPr/>
            <p:nvPr userDrawn="1">
              <p:custDataLst>
                <p:tags r:id="rId3"/>
              </p:custDataLst>
            </p:nvPr>
          </p:nvSpPr>
          <p:spPr>
            <a:xfrm>
              <a:off x="4049881" y="-19988"/>
              <a:ext cx="6247560" cy="3588924"/>
            </a:xfrm>
            <a:custGeom>
              <a:avLst/>
              <a:gdLst>
                <a:gd name="connsiteX0" fmla="*/ 38373 w 6247560"/>
                <a:gd name="connsiteY0" fmla="*/ 0 h 3588924"/>
                <a:gd name="connsiteX1" fmla="*/ 6209187 w 6247560"/>
                <a:gd name="connsiteY1" fmla="*/ 0 h 3588924"/>
                <a:gd name="connsiteX2" fmla="*/ 6231432 w 6247560"/>
                <a:gd name="connsiteY2" fmla="*/ 145756 h 3588924"/>
                <a:gd name="connsiteX3" fmla="*/ 6247560 w 6247560"/>
                <a:gd name="connsiteY3" fmla="*/ 465144 h 3588924"/>
                <a:gd name="connsiteX4" fmla="*/ 3123780 w 6247560"/>
                <a:gd name="connsiteY4" fmla="*/ 3588924 h 3588924"/>
                <a:gd name="connsiteX5" fmla="*/ 0 w 6247560"/>
                <a:gd name="connsiteY5" fmla="*/ 465144 h 3588924"/>
                <a:gd name="connsiteX6" fmla="*/ 16128 w 6247560"/>
                <a:gd name="connsiteY6" fmla="*/ 145756 h 358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7560" h="3588924">
                  <a:moveTo>
                    <a:pt x="38373" y="0"/>
                  </a:moveTo>
                  <a:lnTo>
                    <a:pt x="6209187" y="0"/>
                  </a:lnTo>
                  <a:lnTo>
                    <a:pt x="6231432" y="145756"/>
                  </a:lnTo>
                  <a:cubicBezTo>
                    <a:pt x="6242097" y="250768"/>
                    <a:pt x="6247560" y="357318"/>
                    <a:pt x="6247560" y="465144"/>
                  </a:cubicBezTo>
                  <a:cubicBezTo>
                    <a:pt x="6247560" y="2190360"/>
                    <a:pt x="4848996" y="3588924"/>
                    <a:pt x="3123780" y="3588924"/>
                  </a:cubicBezTo>
                  <a:cubicBezTo>
                    <a:pt x="1398565" y="3588924"/>
                    <a:pt x="0" y="2190360"/>
                    <a:pt x="0" y="465144"/>
                  </a:cubicBezTo>
                  <a:cubicBezTo>
                    <a:pt x="0" y="357318"/>
                    <a:pt x="5463" y="250768"/>
                    <a:pt x="16128" y="145756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13000"/>
                  </a:srgbClr>
                </a:gs>
                <a:gs pos="62000">
                  <a:srgbClr val="B3CDFE">
                    <a:alpha val="1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>
                    <a:alpha val="50000"/>
                  </a:srgbClr>
                </a:gs>
                <a:gs pos="100000">
                  <a:srgbClr val="518AFD">
                    <a:alpha val="5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2" name="íśḻïdé"/>
            <p:cNvSpPr/>
            <p:nvPr userDrawn="1">
              <p:custDataLst>
                <p:tags r:id="rId4"/>
              </p:custDataLst>
            </p:nvPr>
          </p:nvSpPr>
          <p:spPr>
            <a:xfrm rot="11315297">
              <a:off x="7724986" y="2758636"/>
              <a:ext cx="4724544" cy="4433575"/>
            </a:xfrm>
            <a:custGeom>
              <a:avLst/>
              <a:gdLst>
                <a:gd name="connsiteX0" fmla="*/ 2076484 w 4724544"/>
                <a:gd name="connsiteY0" fmla="*/ 4397582 h 4433575"/>
                <a:gd name="connsiteX1" fmla="*/ 1600764 w 4724544"/>
                <a:gd name="connsiteY1" fmla="*/ 4433575 h 4433575"/>
                <a:gd name="connsiteX2" fmla="*/ 671848 w 4724544"/>
                <a:gd name="connsiteY2" fmla="*/ 4293136 h 4433575"/>
                <a:gd name="connsiteX3" fmla="*/ 539956 w 4724544"/>
                <a:gd name="connsiteY3" fmla="*/ 4244863 h 4433575"/>
                <a:gd name="connsiteX4" fmla="*/ 0 w 4724544"/>
                <a:gd name="connsiteY4" fmla="*/ 669628 h 4433575"/>
                <a:gd name="connsiteX5" fmla="*/ 4433838 w 4724544"/>
                <a:gd name="connsiteY5" fmla="*/ 0 h 4433575"/>
                <a:gd name="connsiteX6" fmla="*/ 4479062 w 4724544"/>
                <a:gd name="connsiteY6" fmla="*/ 93879 h 4433575"/>
                <a:gd name="connsiteX7" fmla="*/ 4724544 w 4724544"/>
                <a:gd name="connsiteY7" fmla="*/ 1309795 h 4433575"/>
                <a:gd name="connsiteX8" fmla="*/ 2076484 w 4724544"/>
                <a:gd name="connsiteY8" fmla="*/ 4397582 h 44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4544" h="4433575">
                  <a:moveTo>
                    <a:pt x="2076484" y="4397582"/>
                  </a:moveTo>
                  <a:cubicBezTo>
                    <a:pt x="1921371" y="4421283"/>
                    <a:pt x="1762502" y="4433575"/>
                    <a:pt x="1600764" y="4433575"/>
                  </a:cubicBezTo>
                  <a:cubicBezTo>
                    <a:pt x="1277286" y="4433575"/>
                    <a:pt x="965292" y="4384407"/>
                    <a:pt x="671848" y="4293136"/>
                  </a:cubicBezTo>
                  <a:lnTo>
                    <a:pt x="539956" y="4244863"/>
                  </a:lnTo>
                  <a:lnTo>
                    <a:pt x="0" y="669628"/>
                  </a:lnTo>
                  <a:lnTo>
                    <a:pt x="4433838" y="0"/>
                  </a:lnTo>
                  <a:lnTo>
                    <a:pt x="4479062" y="93879"/>
                  </a:lnTo>
                  <a:cubicBezTo>
                    <a:pt x="4637134" y="467603"/>
                    <a:pt x="4724544" y="878491"/>
                    <a:pt x="4724544" y="1309795"/>
                  </a:cubicBezTo>
                  <a:cubicBezTo>
                    <a:pt x="4724544" y="2873272"/>
                    <a:pt x="3575918" y="4168473"/>
                    <a:pt x="2076484" y="4397582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13000"/>
                  </a:srgbClr>
                </a:gs>
                <a:gs pos="62000">
                  <a:srgbClr val="B3CDFE">
                    <a:alpha val="1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>
                    <a:alpha val="50000"/>
                  </a:srgbClr>
                </a:gs>
                <a:gs pos="100000">
                  <a:srgbClr val="518AFD">
                    <a:alpha val="5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12800" y="152400"/>
            <a:ext cx="10858500" cy="1028700"/>
          </a:xfrm>
        </p:spPr>
        <p:txBody>
          <a:bodyPr/>
          <a:lstStyle/>
          <a:p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812800" y="1282700"/>
            <a:ext cx="10858500" cy="5003800"/>
          </a:xfrm>
        </p:spPr>
        <p:txBody>
          <a:bodyPr/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5657056" y="6591300"/>
            <a:ext cx="1802924" cy="215900"/>
          </a:xfrm>
        </p:spPr>
        <p:txBody>
          <a:bodyPr/>
          <a:lstStyle/>
          <a:p>
            <a:fld id="{3BC5AEBE-086C-4980-A4E1-E89EE17EFFB9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812801" y="6591300"/>
            <a:ext cx="3992171" cy="2159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8" name="灯片编号占位符 5"/>
          <p:cNvSpPr txBox="1"/>
          <p:nvPr userDrawn="1"/>
        </p:nvSpPr>
        <p:spPr>
          <a:xfrm>
            <a:off x="9009852" y="65913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zh-CN"/>
            </a:defPPr>
            <a:lvl1pPr marL="0" algn="r" defTabSz="914400" rtl="0" eaLnBrk="1" latinLnBrk="0" hangingPunct="1">
              <a:defRPr lang="zh-CN" altLang="en-US" sz="1000" kern="1200" smtClean="0">
                <a:solidFill>
                  <a:schemeClr val="tx1">
                    <a:lumMod val="50000"/>
                    <a:lumOff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7F65B630-C7FF-41C0-9923-C5E5E29EED81}" type="slidenum">
              <a:rPr lang="en-US" altLang="zh-CN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Page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组合 14"/>
          <p:cNvGrpSpPr/>
          <p:nvPr userDrawn="1"/>
        </p:nvGrpSpPr>
        <p:grpSpPr>
          <a:xfrm flipH="1">
            <a:off x="-257529" y="0"/>
            <a:ext cx="12449529" cy="7212199"/>
            <a:chOff x="1" y="-19988"/>
            <a:chExt cx="12449529" cy="7212199"/>
          </a:xfrm>
        </p:grpSpPr>
        <p:sp>
          <p:nvSpPr>
            <p:cNvPr id="16" name="iṣḻíḍe"/>
            <p:cNvSpPr/>
            <p:nvPr userDrawn="1"/>
          </p:nvSpPr>
          <p:spPr>
            <a:xfrm>
              <a:off x="1" y="2456034"/>
              <a:ext cx="1764223" cy="3499524"/>
            </a:xfrm>
            <a:custGeom>
              <a:avLst/>
              <a:gdLst>
                <a:gd name="connsiteX0" fmla="*/ 14461 w 1764223"/>
                <a:gd name="connsiteY0" fmla="*/ 0 h 3499524"/>
                <a:gd name="connsiteX1" fmla="*/ 1764223 w 1764223"/>
                <a:gd name="connsiteY1" fmla="*/ 1749762 h 3499524"/>
                <a:gd name="connsiteX2" fmla="*/ 14461 w 1764223"/>
                <a:gd name="connsiteY2" fmla="*/ 3499524 h 3499524"/>
                <a:gd name="connsiteX3" fmla="*/ 0 w 1764223"/>
                <a:gd name="connsiteY3" fmla="*/ 3498794 h 3499524"/>
                <a:gd name="connsiteX4" fmla="*/ 0 w 1764223"/>
                <a:gd name="connsiteY4" fmla="*/ 730 h 349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4223" h="3499524">
                  <a:moveTo>
                    <a:pt x="14461" y="0"/>
                  </a:moveTo>
                  <a:cubicBezTo>
                    <a:pt x="980828" y="0"/>
                    <a:pt x="1764223" y="783395"/>
                    <a:pt x="1764223" y="1749762"/>
                  </a:cubicBezTo>
                  <a:cubicBezTo>
                    <a:pt x="1764223" y="2716129"/>
                    <a:pt x="980828" y="3499524"/>
                    <a:pt x="14461" y="3499524"/>
                  </a:cubicBezTo>
                  <a:lnTo>
                    <a:pt x="0" y="3498794"/>
                  </a:lnTo>
                  <a:lnTo>
                    <a:pt x="0" y="73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AED7FC"/>
                </a:gs>
                <a:gs pos="54000">
                  <a:srgbClr val="71A7FC">
                    <a:alpha val="97000"/>
                  </a:srgbClr>
                </a:gs>
                <a:gs pos="29000">
                  <a:srgbClr val="5D95FD"/>
                </a:gs>
                <a:gs pos="0">
                  <a:srgbClr val="397AFD"/>
                </a:gs>
              </a:gsLst>
              <a:lin ang="14400000" scaled="0"/>
              <a:tileRect/>
            </a:gradFill>
            <a:ln>
              <a:noFill/>
            </a:ln>
            <a:effectLst>
              <a:outerShdw blurRad="355600" dist="88900" dir="4800000" algn="tl" rotWithShape="0">
                <a:srgbClr val="6B9FF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î$1ïḓê"/>
            <p:cNvSpPr/>
            <p:nvPr userDrawn="1"/>
          </p:nvSpPr>
          <p:spPr>
            <a:xfrm>
              <a:off x="8013750" y="1930400"/>
              <a:ext cx="2222749" cy="2222747"/>
            </a:xfrm>
            <a:prstGeom prst="ellipse">
              <a:avLst/>
            </a:prstGeom>
            <a:gradFill flip="none" rotWithShape="1">
              <a:gsLst>
                <a:gs pos="100000">
                  <a:srgbClr val="8AC5FA"/>
                </a:gs>
                <a:gs pos="91000">
                  <a:srgbClr val="70A9FC"/>
                </a:gs>
                <a:gs pos="77000">
                  <a:srgbClr val="5F97FD"/>
                </a:gs>
                <a:gs pos="27000">
                  <a:srgbClr val="397AFD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431800" dist="292100" dir="8940000" sx="112000" sy="112000" algn="tr" rotWithShape="0">
                <a:srgbClr val="AED7FC">
                  <a:alpha val="3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îṥḻíḓe"/>
            <p:cNvSpPr/>
            <p:nvPr userDrawn="1"/>
          </p:nvSpPr>
          <p:spPr>
            <a:xfrm>
              <a:off x="4049881" y="-19988"/>
              <a:ext cx="6247560" cy="3588924"/>
            </a:xfrm>
            <a:custGeom>
              <a:avLst/>
              <a:gdLst>
                <a:gd name="connsiteX0" fmla="*/ 38373 w 6247560"/>
                <a:gd name="connsiteY0" fmla="*/ 0 h 3588924"/>
                <a:gd name="connsiteX1" fmla="*/ 6209187 w 6247560"/>
                <a:gd name="connsiteY1" fmla="*/ 0 h 3588924"/>
                <a:gd name="connsiteX2" fmla="*/ 6231432 w 6247560"/>
                <a:gd name="connsiteY2" fmla="*/ 145756 h 3588924"/>
                <a:gd name="connsiteX3" fmla="*/ 6247560 w 6247560"/>
                <a:gd name="connsiteY3" fmla="*/ 465144 h 3588924"/>
                <a:gd name="connsiteX4" fmla="*/ 3123780 w 6247560"/>
                <a:gd name="connsiteY4" fmla="*/ 3588924 h 3588924"/>
                <a:gd name="connsiteX5" fmla="*/ 0 w 6247560"/>
                <a:gd name="connsiteY5" fmla="*/ 465144 h 3588924"/>
                <a:gd name="connsiteX6" fmla="*/ 16128 w 6247560"/>
                <a:gd name="connsiteY6" fmla="*/ 145756 h 358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7560" h="3588924">
                  <a:moveTo>
                    <a:pt x="38373" y="0"/>
                  </a:moveTo>
                  <a:lnTo>
                    <a:pt x="6209187" y="0"/>
                  </a:lnTo>
                  <a:lnTo>
                    <a:pt x="6231432" y="145756"/>
                  </a:lnTo>
                  <a:cubicBezTo>
                    <a:pt x="6242097" y="250768"/>
                    <a:pt x="6247560" y="357318"/>
                    <a:pt x="6247560" y="465144"/>
                  </a:cubicBezTo>
                  <a:cubicBezTo>
                    <a:pt x="6247560" y="2190360"/>
                    <a:pt x="4848996" y="3588924"/>
                    <a:pt x="3123780" y="3588924"/>
                  </a:cubicBezTo>
                  <a:cubicBezTo>
                    <a:pt x="1398565" y="3588924"/>
                    <a:pt x="0" y="2190360"/>
                    <a:pt x="0" y="465144"/>
                  </a:cubicBezTo>
                  <a:cubicBezTo>
                    <a:pt x="0" y="357318"/>
                    <a:pt x="5463" y="250768"/>
                    <a:pt x="16128" y="145756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43000"/>
                  </a:srgbClr>
                </a:gs>
                <a:gs pos="62000">
                  <a:srgbClr val="B3CDFE">
                    <a:alpha val="3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/>
                </a:gs>
                <a:gs pos="100000">
                  <a:srgbClr val="518AFD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9" name="ïšḻiḋê"/>
            <p:cNvSpPr/>
            <p:nvPr userDrawn="1"/>
          </p:nvSpPr>
          <p:spPr>
            <a:xfrm rot="11315297">
              <a:off x="7724986" y="2758636"/>
              <a:ext cx="4724544" cy="4433575"/>
            </a:xfrm>
            <a:custGeom>
              <a:avLst/>
              <a:gdLst>
                <a:gd name="connsiteX0" fmla="*/ 2076484 w 4724544"/>
                <a:gd name="connsiteY0" fmla="*/ 4397582 h 4433575"/>
                <a:gd name="connsiteX1" fmla="*/ 1600764 w 4724544"/>
                <a:gd name="connsiteY1" fmla="*/ 4433575 h 4433575"/>
                <a:gd name="connsiteX2" fmla="*/ 671848 w 4724544"/>
                <a:gd name="connsiteY2" fmla="*/ 4293136 h 4433575"/>
                <a:gd name="connsiteX3" fmla="*/ 539956 w 4724544"/>
                <a:gd name="connsiteY3" fmla="*/ 4244863 h 4433575"/>
                <a:gd name="connsiteX4" fmla="*/ 0 w 4724544"/>
                <a:gd name="connsiteY4" fmla="*/ 669628 h 4433575"/>
                <a:gd name="connsiteX5" fmla="*/ 4433838 w 4724544"/>
                <a:gd name="connsiteY5" fmla="*/ 0 h 4433575"/>
                <a:gd name="connsiteX6" fmla="*/ 4479062 w 4724544"/>
                <a:gd name="connsiteY6" fmla="*/ 93879 h 4433575"/>
                <a:gd name="connsiteX7" fmla="*/ 4724544 w 4724544"/>
                <a:gd name="connsiteY7" fmla="*/ 1309795 h 4433575"/>
                <a:gd name="connsiteX8" fmla="*/ 2076484 w 4724544"/>
                <a:gd name="connsiteY8" fmla="*/ 4397582 h 44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4544" h="4433575">
                  <a:moveTo>
                    <a:pt x="2076484" y="4397582"/>
                  </a:moveTo>
                  <a:cubicBezTo>
                    <a:pt x="1921371" y="4421283"/>
                    <a:pt x="1762502" y="4433575"/>
                    <a:pt x="1600764" y="4433575"/>
                  </a:cubicBezTo>
                  <a:cubicBezTo>
                    <a:pt x="1277286" y="4433575"/>
                    <a:pt x="965292" y="4384407"/>
                    <a:pt x="671848" y="4293136"/>
                  </a:cubicBezTo>
                  <a:lnTo>
                    <a:pt x="539956" y="4244863"/>
                  </a:lnTo>
                  <a:lnTo>
                    <a:pt x="0" y="669628"/>
                  </a:lnTo>
                  <a:lnTo>
                    <a:pt x="4433838" y="0"/>
                  </a:lnTo>
                  <a:lnTo>
                    <a:pt x="4479062" y="93879"/>
                  </a:lnTo>
                  <a:cubicBezTo>
                    <a:pt x="4637134" y="467603"/>
                    <a:pt x="4724544" y="878491"/>
                    <a:pt x="4724544" y="1309795"/>
                  </a:cubicBezTo>
                  <a:cubicBezTo>
                    <a:pt x="4724544" y="2873272"/>
                    <a:pt x="3575918" y="4168473"/>
                    <a:pt x="2076484" y="4397582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43000"/>
                  </a:srgbClr>
                </a:gs>
                <a:gs pos="62000">
                  <a:srgbClr val="B3CDFE">
                    <a:alpha val="3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/>
                </a:gs>
                <a:gs pos="100000">
                  <a:srgbClr val="518AFD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20" name="îṡḷidê"/>
            <p:cNvSpPr/>
            <p:nvPr userDrawn="1"/>
          </p:nvSpPr>
          <p:spPr>
            <a:xfrm>
              <a:off x="3379327" y="5213028"/>
              <a:ext cx="1543339" cy="1543339"/>
            </a:xfrm>
            <a:prstGeom prst="ellipse">
              <a:avLst/>
            </a:prstGeom>
            <a:gradFill flip="none" rotWithShape="1">
              <a:gsLst>
                <a:gs pos="94000">
                  <a:srgbClr val="A4C2FE"/>
                </a:gs>
                <a:gs pos="100000">
                  <a:srgbClr val="397AFD"/>
                </a:gs>
                <a:gs pos="42000">
                  <a:srgbClr val="EBF2FF"/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11200" dist="241300" dir="2700000" sx="92000" sy="92000" algn="tl" rotWithShape="0">
                <a:srgbClr val="397AF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/>
          </p:nvPr>
        </p:nvSpPr>
        <p:spPr>
          <a:xfrm>
            <a:off x="3076873" y="3527975"/>
            <a:ext cx="7181215" cy="645160"/>
          </a:xfrm>
        </p:spPr>
        <p:txBody>
          <a:bodyPr vert="horz" wrap="none" lIns="91440" tIns="45720" rIns="91440" bIns="45720" rtlCol="0" anchor="b">
            <a:spAutoFit/>
          </a:bodyPr>
          <a:lstStyle>
            <a:lvl1pPr algn="r">
              <a:defRPr lang="zh-CN" altLang="en-US" sz="4000"/>
            </a:lvl1pPr>
          </a:lstStyle>
          <a:p>
            <a:pPr lvl="0" defTabSz="914400"/>
            <a:r>
              <a:rPr lang="en-US" altLang="zh-CN" dirty="0"/>
              <a:t>Click to edit Master title style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6834F10D-3A58-4285-A9DB-D9098A7BEDDD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fld id="{7F65B630-C7FF-41C0-9923-C5E5E29EED8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fault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52298" y="297038"/>
            <a:ext cx="10394141" cy="560742"/>
          </a:xfrm>
        </p:spPr>
        <p:txBody>
          <a:bodyPr>
            <a:normAutofit/>
          </a:bodyPr>
          <a:lstStyle>
            <a:lvl1pPr marL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lang="zh-CN" altLang="en-US" sz="3200" b="1" kern="1200" dirty="0">
                <a:solidFill>
                  <a:srgbClr val="216AD4"/>
                </a:solidFill>
                <a:effectLst>
                  <a:outerShdw blurRad="38100" dist="63500" dir="2700000" algn="tl">
                    <a:srgbClr val="000000">
                      <a:alpha val="9000"/>
                    </a:srgbClr>
                  </a:outerShdw>
                </a:effectLst>
                <a:latin typeface="+mn-ea"/>
                <a:ea typeface="+mn-ea"/>
                <a:cs typeface="+mn-cs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0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1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3EBAC152-C384-4126-A41C-02F34DED3069}" type="datetime1">
              <a:rPr lang="zh-CN" altLang="en-US" smtClean="0"/>
            </a:fld>
            <a:endParaRPr lang="en-US" altLang="zh-CN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11662162" y="6467266"/>
            <a:ext cx="510952" cy="365125"/>
          </a:xfrm>
        </p:spPr>
        <p:txBody>
          <a:bodyPr/>
          <a:lstStyle/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sp>
        <p:nvSpPr>
          <p:cNvPr id="6" name="标题 1"/>
          <p:cNvSpPr txBox="1"/>
          <p:nvPr userDrawn="1"/>
        </p:nvSpPr>
        <p:spPr>
          <a:xfrm rot="16200000">
            <a:off x="11754901" y="616799"/>
            <a:ext cx="174792" cy="150682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cxnSp>
        <p:nvCxnSpPr>
          <p:cNvPr id="7" name="标题 1"/>
          <p:cNvCxnSpPr/>
          <p:nvPr userDrawn="1"/>
        </p:nvCxnSpPr>
        <p:spPr>
          <a:xfrm>
            <a:off x="311604" y="998179"/>
            <a:ext cx="11606034" cy="0"/>
          </a:xfrm>
          <a:prstGeom prst="line">
            <a:avLst/>
          </a:prstGeom>
          <a:noFill/>
          <a:ln w="9525" cap="sq">
            <a:solidFill>
              <a:schemeClr val="accent1"/>
            </a:solidFill>
            <a:miter/>
          </a:ln>
        </p:spPr>
      </p:cxnSp>
      <p:sp>
        <p:nvSpPr>
          <p:cNvPr id="8" name="标题 1"/>
          <p:cNvSpPr txBox="1"/>
          <p:nvPr userDrawn="1"/>
        </p:nvSpPr>
        <p:spPr>
          <a:xfrm rot="16200000">
            <a:off x="11519302" y="616799"/>
            <a:ext cx="174792" cy="150682"/>
          </a:xfrm>
          <a:prstGeom prst="triangle">
            <a:avLst/>
          </a:prstGeom>
          <a:solidFill>
            <a:schemeClr val="accent1"/>
          </a:soli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9" name="标题 1"/>
          <p:cNvSpPr txBox="1"/>
          <p:nvPr userDrawn="1"/>
        </p:nvSpPr>
        <p:spPr>
          <a:xfrm>
            <a:off x="268911" y="317780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40000"/>
                  <a:lumOff val="6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  <p:sp>
        <p:nvSpPr>
          <p:cNvPr id="10" name="标题 1"/>
          <p:cNvSpPr txBox="1"/>
          <p:nvPr userDrawn="1"/>
        </p:nvSpPr>
        <p:spPr>
          <a:xfrm>
            <a:off x="515098" y="317780"/>
            <a:ext cx="540000" cy="540000"/>
          </a:xfrm>
          <a:prstGeom prst="ellipse">
            <a:avLst/>
          </a:prstGeom>
          <a:gradFill>
            <a:gsLst>
              <a:gs pos="5000">
                <a:schemeClr val="accent1">
                  <a:lumMod val="60000"/>
                  <a:lumOff val="40000"/>
                </a:schemeClr>
              </a:gs>
              <a:gs pos="100000">
                <a:schemeClr val="bg1">
                  <a:alpha val="0"/>
                </a:schemeClr>
              </a:gs>
            </a:gsLst>
            <a:lin ang="0" scaled="0"/>
          </a:gradFill>
          <a:ln w="12700" cap="sq">
            <a:noFill/>
            <a:miter/>
          </a:ln>
        </p:spPr>
        <p:txBody>
          <a:bodyPr vert="horz" wrap="square" lIns="91440" tIns="45720" rIns="91440" bIns="4572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kumimoji="1"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Page">
    <p:bg>
      <p:bgPr>
        <a:solidFill>
          <a:srgbClr val="ECEFF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/>
          <p:cNvGrpSpPr/>
          <p:nvPr userDrawn="1"/>
        </p:nvGrpSpPr>
        <p:grpSpPr>
          <a:xfrm>
            <a:off x="1" y="-19988"/>
            <a:ext cx="12449529" cy="7212199"/>
            <a:chOff x="1" y="-19988"/>
            <a:chExt cx="12449529" cy="7212199"/>
          </a:xfrm>
        </p:grpSpPr>
        <p:sp>
          <p:nvSpPr>
            <p:cNvPr id="13" name="ïsḻíḓe"/>
            <p:cNvSpPr/>
            <p:nvPr userDrawn="1"/>
          </p:nvSpPr>
          <p:spPr>
            <a:xfrm>
              <a:off x="1" y="2456034"/>
              <a:ext cx="1764223" cy="3499524"/>
            </a:xfrm>
            <a:custGeom>
              <a:avLst/>
              <a:gdLst>
                <a:gd name="connsiteX0" fmla="*/ 14461 w 1764223"/>
                <a:gd name="connsiteY0" fmla="*/ 0 h 3499524"/>
                <a:gd name="connsiteX1" fmla="*/ 1764223 w 1764223"/>
                <a:gd name="connsiteY1" fmla="*/ 1749762 h 3499524"/>
                <a:gd name="connsiteX2" fmla="*/ 14461 w 1764223"/>
                <a:gd name="connsiteY2" fmla="*/ 3499524 h 3499524"/>
                <a:gd name="connsiteX3" fmla="*/ 0 w 1764223"/>
                <a:gd name="connsiteY3" fmla="*/ 3498794 h 3499524"/>
                <a:gd name="connsiteX4" fmla="*/ 0 w 1764223"/>
                <a:gd name="connsiteY4" fmla="*/ 730 h 349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4223" h="3499524">
                  <a:moveTo>
                    <a:pt x="14461" y="0"/>
                  </a:moveTo>
                  <a:cubicBezTo>
                    <a:pt x="980828" y="0"/>
                    <a:pt x="1764223" y="783395"/>
                    <a:pt x="1764223" y="1749762"/>
                  </a:cubicBezTo>
                  <a:cubicBezTo>
                    <a:pt x="1764223" y="2716129"/>
                    <a:pt x="980828" y="3499524"/>
                    <a:pt x="14461" y="3499524"/>
                  </a:cubicBezTo>
                  <a:lnTo>
                    <a:pt x="0" y="3498794"/>
                  </a:lnTo>
                  <a:lnTo>
                    <a:pt x="0" y="73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AED7FC"/>
                </a:gs>
                <a:gs pos="54000">
                  <a:srgbClr val="71A7FC">
                    <a:alpha val="97000"/>
                  </a:srgbClr>
                </a:gs>
                <a:gs pos="29000">
                  <a:srgbClr val="5D95FD"/>
                </a:gs>
                <a:gs pos="0">
                  <a:srgbClr val="397AFD"/>
                </a:gs>
              </a:gsLst>
              <a:lin ang="14400000" scaled="0"/>
              <a:tileRect/>
            </a:gradFill>
            <a:ln>
              <a:noFill/>
            </a:ln>
            <a:effectLst>
              <a:outerShdw blurRad="355600" dist="88900" dir="4800000" algn="tl" rotWithShape="0">
                <a:srgbClr val="6B9FF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4" name="ïṧļíḋè"/>
            <p:cNvSpPr/>
            <p:nvPr userDrawn="1"/>
          </p:nvSpPr>
          <p:spPr>
            <a:xfrm>
              <a:off x="8013750" y="1930400"/>
              <a:ext cx="2222749" cy="2222747"/>
            </a:xfrm>
            <a:prstGeom prst="ellipse">
              <a:avLst/>
            </a:prstGeom>
            <a:gradFill flip="none" rotWithShape="1">
              <a:gsLst>
                <a:gs pos="100000">
                  <a:srgbClr val="8AC5FA"/>
                </a:gs>
                <a:gs pos="91000">
                  <a:srgbClr val="70A9FC"/>
                </a:gs>
                <a:gs pos="77000">
                  <a:srgbClr val="5F97FD"/>
                </a:gs>
                <a:gs pos="27000">
                  <a:srgbClr val="397AFD"/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  <a:effectLst>
              <a:outerShdw blurRad="431800" dist="292100" dir="8940000" sx="112000" sy="112000" algn="tr" rotWithShape="0">
                <a:srgbClr val="AED7FC">
                  <a:alpha val="38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iṣľíḓe"/>
            <p:cNvSpPr/>
            <p:nvPr userDrawn="1"/>
          </p:nvSpPr>
          <p:spPr>
            <a:xfrm>
              <a:off x="4049881" y="-19988"/>
              <a:ext cx="6247560" cy="3588924"/>
            </a:xfrm>
            <a:custGeom>
              <a:avLst/>
              <a:gdLst>
                <a:gd name="connsiteX0" fmla="*/ 38373 w 6247560"/>
                <a:gd name="connsiteY0" fmla="*/ 0 h 3588924"/>
                <a:gd name="connsiteX1" fmla="*/ 6209187 w 6247560"/>
                <a:gd name="connsiteY1" fmla="*/ 0 h 3588924"/>
                <a:gd name="connsiteX2" fmla="*/ 6231432 w 6247560"/>
                <a:gd name="connsiteY2" fmla="*/ 145756 h 3588924"/>
                <a:gd name="connsiteX3" fmla="*/ 6247560 w 6247560"/>
                <a:gd name="connsiteY3" fmla="*/ 465144 h 3588924"/>
                <a:gd name="connsiteX4" fmla="*/ 3123780 w 6247560"/>
                <a:gd name="connsiteY4" fmla="*/ 3588924 h 3588924"/>
                <a:gd name="connsiteX5" fmla="*/ 0 w 6247560"/>
                <a:gd name="connsiteY5" fmla="*/ 465144 h 3588924"/>
                <a:gd name="connsiteX6" fmla="*/ 16128 w 6247560"/>
                <a:gd name="connsiteY6" fmla="*/ 145756 h 358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7560" h="3588924">
                  <a:moveTo>
                    <a:pt x="38373" y="0"/>
                  </a:moveTo>
                  <a:lnTo>
                    <a:pt x="6209187" y="0"/>
                  </a:lnTo>
                  <a:lnTo>
                    <a:pt x="6231432" y="145756"/>
                  </a:lnTo>
                  <a:cubicBezTo>
                    <a:pt x="6242097" y="250768"/>
                    <a:pt x="6247560" y="357318"/>
                    <a:pt x="6247560" y="465144"/>
                  </a:cubicBezTo>
                  <a:cubicBezTo>
                    <a:pt x="6247560" y="2190360"/>
                    <a:pt x="4848996" y="3588924"/>
                    <a:pt x="3123780" y="3588924"/>
                  </a:cubicBezTo>
                  <a:cubicBezTo>
                    <a:pt x="1398565" y="3588924"/>
                    <a:pt x="0" y="2190360"/>
                    <a:pt x="0" y="465144"/>
                  </a:cubicBezTo>
                  <a:cubicBezTo>
                    <a:pt x="0" y="357318"/>
                    <a:pt x="5463" y="250768"/>
                    <a:pt x="16128" y="145756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43000"/>
                  </a:srgbClr>
                </a:gs>
                <a:gs pos="62000">
                  <a:srgbClr val="B3CDFE">
                    <a:alpha val="3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/>
                </a:gs>
                <a:gs pos="100000">
                  <a:srgbClr val="518AFD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6" name="îšḻîḑé"/>
            <p:cNvSpPr/>
            <p:nvPr userDrawn="1"/>
          </p:nvSpPr>
          <p:spPr>
            <a:xfrm rot="11315297">
              <a:off x="7724986" y="2758636"/>
              <a:ext cx="4724544" cy="4433575"/>
            </a:xfrm>
            <a:custGeom>
              <a:avLst/>
              <a:gdLst>
                <a:gd name="connsiteX0" fmla="*/ 2076484 w 4724544"/>
                <a:gd name="connsiteY0" fmla="*/ 4397582 h 4433575"/>
                <a:gd name="connsiteX1" fmla="*/ 1600764 w 4724544"/>
                <a:gd name="connsiteY1" fmla="*/ 4433575 h 4433575"/>
                <a:gd name="connsiteX2" fmla="*/ 671848 w 4724544"/>
                <a:gd name="connsiteY2" fmla="*/ 4293136 h 4433575"/>
                <a:gd name="connsiteX3" fmla="*/ 539956 w 4724544"/>
                <a:gd name="connsiteY3" fmla="*/ 4244863 h 4433575"/>
                <a:gd name="connsiteX4" fmla="*/ 0 w 4724544"/>
                <a:gd name="connsiteY4" fmla="*/ 669628 h 4433575"/>
                <a:gd name="connsiteX5" fmla="*/ 4433838 w 4724544"/>
                <a:gd name="connsiteY5" fmla="*/ 0 h 4433575"/>
                <a:gd name="connsiteX6" fmla="*/ 4479062 w 4724544"/>
                <a:gd name="connsiteY6" fmla="*/ 93879 h 4433575"/>
                <a:gd name="connsiteX7" fmla="*/ 4724544 w 4724544"/>
                <a:gd name="connsiteY7" fmla="*/ 1309795 h 4433575"/>
                <a:gd name="connsiteX8" fmla="*/ 2076484 w 4724544"/>
                <a:gd name="connsiteY8" fmla="*/ 4397582 h 44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4544" h="4433575">
                  <a:moveTo>
                    <a:pt x="2076484" y="4397582"/>
                  </a:moveTo>
                  <a:cubicBezTo>
                    <a:pt x="1921371" y="4421283"/>
                    <a:pt x="1762502" y="4433575"/>
                    <a:pt x="1600764" y="4433575"/>
                  </a:cubicBezTo>
                  <a:cubicBezTo>
                    <a:pt x="1277286" y="4433575"/>
                    <a:pt x="965292" y="4384407"/>
                    <a:pt x="671848" y="4293136"/>
                  </a:cubicBezTo>
                  <a:lnTo>
                    <a:pt x="539956" y="4244863"/>
                  </a:lnTo>
                  <a:lnTo>
                    <a:pt x="0" y="669628"/>
                  </a:lnTo>
                  <a:lnTo>
                    <a:pt x="4433838" y="0"/>
                  </a:lnTo>
                  <a:lnTo>
                    <a:pt x="4479062" y="93879"/>
                  </a:lnTo>
                  <a:cubicBezTo>
                    <a:pt x="4637134" y="467603"/>
                    <a:pt x="4724544" y="878491"/>
                    <a:pt x="4724544" y="1309795"/>
                  </a:cubicBezTo>
                  <a:cubicBezTo>
                    <a:pt x="4724544" y="2873272"/>
                    <a:pt x="3575918" y="4168473"/>
                    <a:pt x="2076484" y="4397582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43000"/>
                  </a:srgbClr>
                </a:gs>
                <a:gs pos="62000">
                  <a:srgbClr val="B3CDFE">
                    <a:alpha val="3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/>
                </a:gs>
                <a:gs pos="100000">
                  <a:srgbClr val="518AFD"/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7" name="îṡḷíḍé"/>
            <p:cNvSpPr/>
            <p:nvPr userDrawn="1"/>
          </p:nvSpPr>
          <p:spPr>
            <a:xfrm>
              <a:off x="3379327" y="5213028"/>
              <a:ext cx="1543339" cy="1543339"/>
            </a:xfrm>
            <a:prstGeom prst="ellipse">
              <a:avLst/>
            </a:prstGeom>
            <a:gradFill flip="none" rotWithShape="1">
              <a:gsLst>
                <a:gs pos="94000">
                  <a:srgbClr val="A4C2FE"/>
                </a:gs>
                <a:gs pos="100000">
                  <a:srgbClr val="397AFD"/>
                </a:gs>
                <a:gs pos="42000">
                  <a:srgbClr val="EBF2FF"/>
                </a:gs>
                <a:gs pos="0">
                  <a:schemeClr val="bg1"/>
                </a:gs>
              </a:gsLst>
              <a:lin ang="2700000" scaled="1"/>
              <a:tileRect/>
            </a:gradFill>
            <a:ln>
              <a:noFill/>
            </a:ln>
            <a:effectLst>
              <a:outerShdw blurRad="711200" dist="241300" dir="2700000" sx="92000" sy="92000" algn="tl" rotWithShape="0">
                <a:srgbClr val="397AFD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10" name="标题 1"/>
          <p:cNvSpPr>
            <a:spLocks noGrp="1"/>
          </p:cNvSpPr>
          <p:nvPr>
            <p:ph type="title" hasCustomPrompt="1"/>
          </p:nvPr>
        </p:nvSpPr>
        <p:spPr>
          <a:xfrm>
            <a:off x="3379316" y="2575468"/>
            <a:ext cx="5494937" cy="1107360"/>
          </a:xfrm>
          <a:prstGeom prst="rect">
            <a:avLst/>
          </a:prstGeom>
        </p:spPr>
        <p:txBody>
          <a:bodyPr>
            <a:noAutofit/>
          </a:bodyPr>
          <a:lstStyle>
            <a:lvl1pPr marL="0" algn="ctr" defTabSz="914400" rtl="0" eaLnBrk="1" latinLnBrk="0" hangingPunct="1">
              <a:defRPr sz="5400" b="1" kern="1200">
                <a:solidFill>
                  <a:schemeClr val="tx1"/>
                </a:solidFill>
                <a:latin typeface="+mj-lt"/>
                <a:ea typeface="+mn-ea"/>
                <a:cs typeface="+mn-cs"/>
              </a:defRPr>
            </a:lvl1pPr>
          </a:lstStyle>
          <a:p>
            <a:r>
              <a:rPr lang="zh-CN" altLang="en-US"/>
              <a:t>感谢观看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20200" y="6369256"/>
            <a:ext cx="2971800" cy="457201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190" smtClean="0">
                <a:solidFill>
                  <a:schemeClr val="bg2">
                    <a:lumMod val="75000"/>
                  </a:schemeClr>
                </a:solidFill>
                <a:ea typeface="华文细黑" pitchFamily="2" charset="-122"/>
              </a:defRPr>
            </a:lvl1pPr>
          </a:lstStyle>
          <a:p>
            <a:pPr>
              <a:defRPr/>
            </a:pPr>
            <a:fld id="{9CB8802E-3213-4025-BD3C-BFA12C1907C6}" type="slidenum">
              <a:rPr lang="en-US" altLang="zh-CN" smtClean="0"/>
            </a:fld>
            <a:endParaRPr lang="en-US" altLang="zh-CN" dirty="0"/>
          </a:p>
        </p:txBody>
      </p:sp>
      <p:sp>
        <p:nvSpPr>
          <p:cNvPr id="3" name="标题占位符 7"/>
          <p:cNvSpPr>
            <a:spLocks noGrp="1"/>
          </p:cNvSpPr>
          <p:nvPr>
            <p:ph type="title"/>
          </p:nvPr>
        </p:nvSpPr>
        <p:spPr>
          <a:xfrm>
            <a:off x="448558" y="234507"/>
            <a:ext cx="9669104" cy="4572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/>
            </a:lvl1pPr>
          </a:lstStyle>
          <a:p>
            <a:r>
              <a:rPr kumimoji="1" lang="zh-CN" altLang="en-US" dirty="0"/>
              <a:t>单击此处编辑母版标题样式</a:t>
            </a:r>
            <a:endParaRPr kumimoji="1"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65176"/>
          </a:xfrm>
        </p:spPr>
        <p:txBody>
          <a:bodyPr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11640616" y="6453336"/>
            <a:ext cx="548258" cy="288032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/>
          <a:lstStyle>
            <a:lvl1pPr>
              <a:defRPr sz="1400" smtClean="0">
                <a:solidFill>
                  <a:schemeClr val="bg2">
                    <a:lumMod val="50000"/>
                  </a:schemeClr>
                </a:solidFill>
                <a:ea typeface="华文细黑" pitchFamily="2" charset="-122"/>
              </a:defRPr>
            </a:lvl1pPr>
          </a:lstStyle>
          <a:p>
            <a:pPr>
              <a:defRPr/>
            </a:pPr>
            <a:r>
              <a:rPr lang="zh-CN" altLang="en-US" dirty="0"/>
              <a:t> </a:t>
            </a:r>
            <a:fld id="{C7068761-93F8-4276-8600-F4BAA7F69195}" type="slidenum">
              <a:rPr lang="zh-CN" altLang="en-US" smtClean="0">
                <a:latin typeface="微软雅黑" panose="020B0503020204020204" pitchFamily="34" charset="-122"/>
                <a:ea typeface="微软雅黑" panose="020B0503020204020204" pitchFamily="34" charset="-122"/>
              </a:rPr>
            </a:fld>
            <a:r>
              <a:rPr lang="zh-CN" altLang="en-US" dirty="0"/>
              <a:t> 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20200" y="6369256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solidFill>
                  <a:schemeClr val="bg2">
                    <a:lumMod val="75000"/>
                  </a:schemeClr>
                </a:solidFill>
                <a:ea typeface="华文细黑" pitchFamily="2" charset="-122"/>
              </a:defRPr>
            </a:lvl1pPr>
          </a:lstStyle>
          <a:p>
            <a:pPr>
              <a:defRPr/>
            </a:pPr>
            <a:fld id="{9CB8802E-3213-4025-BD3C-BFA12C1907C6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20200" y="6369256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 smtClean="0">
                <a:solidFill>
                  <a:schemeClr val="bg2">
                    <a:lumMod val="75000"/>
                  </a:schemeClr>
                </a:solidFill>
                <a:ea typeface="华文细黑" pitchFamily="2" charset="-122"/>
              </a:defRPr>
            </a:lvl1pPr>
          </a:lstStyle>
          <a:p>
            <a:pPr>
              <a:defRPr/>
            </a:pPr>
            <a:fld id="{9CB8802E-3213-4025-BD3C-BFA12C1907C6}" type="slidenum">
              <a:rPr lang="en-US" altLang="zh-CN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FAE045-4AF3-44E1-90F7-0123481F4523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A5B889-0927-4867-90D0-FE90110411C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tags" Target="../tags/tag12.xml"/><Relationship Id="rId14" Type="http://schemas.openxmlformats.org/officeDocument/2006/relationships/tags" Target="../tags/tag11.xml"/><Relationship Id="rId13" Type="http://schemas.openxmlformats.org/officeDocument/2006/relationships/tags" Target="../tags/tag10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0"/>
            <a:ext cx="10858500" cy="1028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lvl="0" defTabSz="914400"/>
            <a:r>
              <a:rPr lang="en-US" altLang="zh-CN"/>
              <a:t>Click to edit Master title style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130300"/>
            <a:ext cx="10858500" cy="5003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zh-CN"/>
              <a:t>Click to edit Master text styles</a:t>
            </a:r>
            <a:endParaRPr lang="en-US" altLang="zh-CN"/>
          </a:p>
          <a:p>
            <a:pPr lvl="1"/>
            <a:r>
              <a:rPr lang="en-US" altLang="zh-CN"/>
              <a:t>Second level</a:t>
            </a:r>
            <a:endParaRPr lang="en-US" altLang="zh-CN"/>
          </a:p>
          <a:p>
            <a:pPr lvl="2"/>
            <a:r>
              <a:rPr lang="en-US" altLang="zh-CN"/>
              <a:t>Third level</a:t>
            </a:r>
            <a:endParaRPr lang="en-US" altLang="zh-CN"/>
          </a:p>
          <a:p>
            <a:pPr lvl="3"/>
            <a:r>
              <a:rPr lang="en-US" altLang="zh-CN"/>
              <a:t>Fourth level</a:t>
            </a:r>
            <a:endParaRPr lang="en-US" altLang="zh-CN"/>
          </a:p>
          <a:p>
            <a:pPr lvl="4"/>
            <a:r>
              <a:rPr lang="en-US" altLang="zh-CN"/>
              <a:t>Fifth level</a:t>
            </a: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660401" y="6438900"/>
            <a:ext cx="3992171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>
              <a:defRPr lang="zh-CN" altLang="en-US"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504656" y="6438900"/>
            <a:ext cx="1802924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3EBAC152-C384-4126-A41C-02F34DED3069}" type="datetime1">
              <a:rPr lang="zh-CN" altLang="en-US" smtClean="0"/>
            </a:fld>
            <a:endParaRPr lang="en-US" altLang="zh-CN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857452" y="6438900"/>
            <a:ext cx="2661448" cy="2159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lang="zh-CN" altLang="en-US" sz="1000" smtClean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7F65B630-C7FF-41C0-9923-C5E5E29EED81}" type="slidenum">
              <a:rPr lang="en-US" altLang="zh-CN" smtClean="0"/>
            </a:fld>
            <a:endParaRPr lang="en-US" altLang="zh-CN"/>
          </a:p>
        </p:txBody>
      </p:sp>
      <p:grpSp>
        <p:nvGrpSpPr>
          <p:cNvPr id="12" name="组合 11"/>
          <p:cNvGrpSpPr/>
          <p:nvPr userDrawn="1"/>
        </p:nvGrpSpPr>
        <p:grpSpPr>
          <a:xfrm>
            <a:off x="1" y="-19988"/>
            <a:ext cx="12449529" cy="7212199"/>
            <a:chOff x="1" y="-19988"/>
            <a:chExt cx="12449529" cy="7212199"/>
          </a:xfrm>
        </p:grpSpPr>
        <p:sp>
          <p:nvSpPr>
            <p:cNvPr id="7" name="i$ļîḍé"/>
            <p:cNvSpPr/>
            <p:nvPr userDrawn="1">
              <p:custDataLst>
                <p:tags r:id="rId13"/>
              </p:custDataLst>
            </p:nvPr>
          </p:nvSpPr>
          <p:spPr>
            <a:xfrm>
              <a:off x="1" y="2456034"/>
              <a:ext cx="1764223" cy="3499524"/>
            </a:xfrm>
            <a:custGeom>
              <a:avLst/>
              <a:gdLst>
                <a:gd name="connsiteX0" fmla="*/ 14461 w 1764223"/>
                <a:gd name="connsiteY0" fmla="*/ 0 h 3499524"/>
                <a:gd name="connsiteX1" fmla="*/ 1764223 w 1764223"/>
                <a:gd name="connsiteY1" fmla="*/ 1749762 h 3499524"/>
                <a:gd name="connsiteX2" fmla="*/ 14461 w 1764223"/>
                <a:gd name="connsiteY2" fmla="*/ 3499524 h 3499524"/>
                <a:gd name="connsiteX3" fmla="*/ 0 w 1764223"/>
                <a:gd name="connsiteY3" fmla="*/ 3498794 h 3499524"/>
                <a:gd name="connsiteX4" fmla="*/ 0 w 1764223"/>
                <a:gd name="connsiteY4" fmla="*/ 730 h 34995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764223" h="3499524">
                  <a:moveTo>
                    <a:pt x="14461" y="0"/>
                  </a:moveTo>
                  <a:cubicBezTo>
                    <a:pt x="980828" y="0"/>
                    <a:pt x="1764223" y="783395"/>
                    <a:pt x="1764223" y="1749762"/>
                  </a:cubicBezTo>
                  <a:cubicBezTo>
                    <a:pt x="1764223" y="2716129"/>
                    <a:pt x="980828" y="3499524"/>
                    <a:pt x="14461" y="3499524"/>
                  </a:cubicBezTo>
                  <a:lnTo>
                    <a:pt x="0" y="3498794"/>
                  </a:lnTo>
                  <a:lnTo>
                    <a:pt x="0" y="730"/>
                  </a:lnTo>
                  <a:close/>
                </a:path>
              </a:pathLst>
            </a:custGeom>
            <a:gradFill flip="none" rotWithShape="1">
              <a:gsLst>
                <a:gs pos="100000">
                  <a:srgbClr val="AED7FC">
                    <a:alpha val="5000"/>
                  </a:srgbClr>
                </a:gs>
                <a:gs pos="54000">
                  <a:srgbClr val="71A7FC">
                    <a:alpha val="5000"/>
                  </a:srgbClr>
                </a:gs>
                <a:gs pos="29000">
                  <a:srgbClr val="5D95FD">
                    <a:alpha val="5000"/>
                  </a:srgbClr>
                </a:gs>
                <a:gs pos="0">
                  <a:srgbClr val="397AFD">
                    <a:alpha val="5000"/>
                  </a:srgbClr>
                </a:gs>
              </a:gsLst>
              <a:lin ang="14400000" scaled="0"/>
              <a:tileRect/>
            </a:gradFill>
            <a:ln>
              <a:noFill/>
            </a:ln>
            <a:effectLst>
              <a:outerShdw blurRad="355600" dist="88900" dir="4800000" algn="tl" rotWithShape="0">
                <a:srgbClr val="6B9FFD"/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9" name="ïṥḷiḋé"/>
            <p:cNvSpPr/>
            <p:nvPr userDrawn="1">
              <p:custDataLst>
                <p:tags r:id="rId14"/>
              </p:custDataLst>
            </p:nvPr>
          </p:nvSpPr>
          <p:spPr>
            <a:xfrm>
              <a:off x="4049881" y="-19988"/>
              <a:ext cx="6247560" cy="3588924"/>
            </a:xfrm>
            <a:custGeom>
              <a:avLst/>
              <a:gdLst>
                <a:gd name="connsiteX0" fmla="*/ 38373 w 6247560"/>
                <a:gd name="connsiteY0" fmla="*/ 0 h 3588924"/>
                <a:gd name="connsiteX1" fmla="*/ 6209187 w 6247560"/>
                <a:gd name="connsiteY1" fmla="*/ 0 h 3588924"/>
                <a:gd name="connsiteX2" fmla="*/ 6231432 w 6247560"/>
                <a:gd name="connsiteY2" fmla="*/ 145756 h 3588924"/>
                <a:gd name="connsiteX3" fmla="*/ 6247560 w 6247560"/>
                <a:gd name="connsiteY3" fmla="*/ 465144 h 3588924"/>
                <a:gd name="connsiteX4" fmla="*/ 3123780 w 6247560"/>
                <a:gd name="connsiteY4" fmla="*/ 3588924 h 3588924"/>
                <a:gd name="connsiteX5" fmla="*/ 0 w 6247560"/>
                <a:gd name="connsiteY5" fmla="*/ 465144 h 3588924"/>
                <a:gd name="connsiteX6" fmla="*/ 16128 w 6247560"/>
                <a:gd name="connsiteY6" fmla="*/ 145756 h 35889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6247560" h="3588924">
                  <a:moveTo>
                    <a:pt x="38373" y="0"/>
                  </a:moveTo>
                  <a:lnTo>
                    <a:pt x="6209187" y="0"/>
                  </a:lnTo>
                  <a:lnTo>
                    <a:pt x="6231432" y="145756"/>
                  </a:lnTo>
                  <a:cubicBezTo>
                    <a:pt x="6242097" y="250768"/>
                    <a:pt x="6247560" y="357318"/>
                    <a:pt x="6247560" y="465144"/>
                  </a:cubicBezTo>
                  <a:cubicBezTo>
                    <a:pt x="6247560" y="2190360"/>
                    <a:pt x="4848996" y="3588924"/>
                    <a:pt x="3123780" y="3588924"/>
                  </a:cubicBezTo>
                  <a:cubicBezTo>
                    <a:pt x="1398565" y="3588924"/>
                    <a:pt x="0" y="2190360"/>
                    <a:pt x="0" y="465144"/>
                  </a:cubicBezTo>
                  <a:cubicBezTo>
                    <a:pt x="0" y="357318"/>
                    <a:pt x="5463" y="250768"/>
                    <a:pt x="16128" y="145756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13000"/>
                  </a:srgbClr>
                </a:gs>
                <a:gs pos="62000">
                  <a:srgbClr val="B3CDFE">
                    <a:alpha val="1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>
                    <a:alpha val="50000"/>
                  </a:srgbClr>
                </a:gs>
                <a:gs pos="100000">
                  <a:srgbClr val="518AFD">
                    <a:alpha val="5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  <p:sp>
          <p:nvSpPr>
            <p:cNvPr id="11" name="ïṥḷîḑe"/>
            <p:cNvSpPr/>
            <p:nvPr userDrawn="1">
              <p:custDataLst>
                <p:tags r:id="rId15"/>
              </p:custDataLst>
            </p:nvPr>
          </p:nvSpPr>
          <p:spPr>
            <a:xfrm rot="11315297">
              <a:off x="7724986" y="2758636"/>
              <a:ext cx="4724544" cy="4433575"/>
            </a:xfrm>
            <a:custGeom>
              <a:avLst/>
              <a:gdLst>
                <a:gd name="connsiteX0" fmla="*/ 2076484 w 4724544"/>
                <a:gd name="connsiteY0" fmla="*/ 4397582 h 4433575"/>
                <a:gd name="connsiteX1" fmla="*/ 1600764 w 4724544"/>
                <a:gd name="connsiteY1" fmla="*/ 4433575 h 4433575"/>
                <a:gd name="connsiteX2" fmla="*/ 671848 w 4724544"/>
                <a:gd name="connsiteY2" fmla="*/ 4293136 h 4433575"/>
                <a:gd name="connsiteX3" fmla="*/ 539956 w 4724544"/>
                <a:gd name="connsiteY3" fmla="*/ 4244863 h 4433575"/>
                <a:gd name="connsiteX4" fmla="*/ 0 w 4724544"/>
                <a:gd name="connsiteY4" fmla="*/ 669628 h 4433575"/>
                <a:gd name="connsiteX5" fmla="*/ 4433838 w 4724544"/>
                <a:gd name="connsiteY5" fmla="*/ 0 h 4433575"/>
                <a:gd name="connsiteX6" fmla="*/ 4479062 w 4724544"/>
                <a:gd name="connsiteY6" fmla="*/ 93879 h 4433575"/>
                <a:gd name="connsiteX7" fmla="*/ 4724544 w 4724544"/>
                <a:gd name="connsiteY7" fmla="*/ 1309795 h 4433575"/>
                <a:gd name="connsiteX8" fmla="*/ 2076484 w 4724544"/>
                <a:gd name="connsiteY8" fmla="*/ 4397582 h 44335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724544" h="4433575">
                  <a:moveTo>
                    <a:pt x="2076484" y="4397582"/>
                  </a:moveTo>
                  <a:cubicBezTo>
                    <a:pt x="1921371" y="4421283"/>
                    <a:pt x="1762502" y="4433575"/>
                    <a:pt x="1600764" y="4433575"/>
                  </a:cubicBezTo>
                  <a:cubicBezTo>
                    <a:pt x="1277286" y="4433575"/>
                    <a:pt x="965292" y="4384407"/>
                    <a:pt x="671848" y="4293136"/>
                  </a:cubicBezTo>
                  <a:lnTo>
                    <a:pt x="539956" y="4244863"/>
                  </a:lnTo>
                  <a:lnTo>
                    <a:pt x="0" y="669628"/>
                  </a:lnTo>
                  <a:lnTo>
                    <a:pt x="4433838" y="0"/>
                  </a:lnTo>
                  <a:lnTo>
                    <a:pt x="4479062" y="93879"/>
                  </a:lnTo>
                  <a:cubicBezTo>
                    <a:pt x="4637134" y="467603"/>
                    <a:pt x="4724544" y="878491"/>
                    <a:pt x="4724544" y="1309795"/>
                  </a:cubicBezTo>
                  <a:cubicBezTo>
                    <a:pt x="4724544" y="2873272"/>
                    <a:pt x="3575918" y="4168473"/>
                    <a:pt x="2076484" y="4397582"/>
                  </a:cubicBezTo>
                  <a:close/>
                </a:path>
              </a:pathLst>
            </a:custGeom>
            <a:gradFill>
              <a:gsLst>
                <a:gs pos="75000">
                  <a:srgbClr val="82ACFE">
                    <a:alpha val="13000"/>
                  </a:srgbClr>
                </a:gs>
                <a:gs pos="62000">
                  <a:srgbClr val="B3CDFE">
                    <a:alpha val="17000"/>
                  </a:srgbClr>
                </a:gs>
                <a:gs pos="21000">
                  <a:schemeClr val="bg1">
                    <a:alpha val="0"/>
                  </a:schemeClr>
                </a:gs>
                <a:gs pos="94000">
                  <a:srgbClr val="518AFD">
                    <a:alpha val="50000"/>
                  </a:srgbClr>
                </a:gs>
                <a:gs pos="100000">
                  <a:srgbClr val="518AFD">
                    <a:alpha val="50000"/>
                  </a:srgbClr>
                </a:gs>
              </a:gsLst>
              <a:lin ang="3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zh-CN" alt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zh-CN" altLang="en-US" sz="28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3.xml"/></Relationships>
</file>

<file path=ppt/slides/_rels/slide2.xml.rels><?xml version="1.0" encoding="UTF-8" standalone="yes"?>
<Relationships xmlns="http://schemas.openxmlformats.org/package/2006/relationships"><Relationship Id="rId6" Type="http://schemas.openxmlformats.org/officeDocument/2006/relationships/slideLayout" Target="../slideLayouts/slideLayout5.xml"/><Relationship Id="rId5" Type="http://schemas.openxmlformats.org/officeDocument/2006/relationships/image" Target="../media/image4.jpeg"/><Relationship Id="rId4" Type="http://schemas.openxmlformats.org/officeDocument/2006/relationships/image" Target="../media/image3.png"/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tags" Target="../tags/tag14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11.jpeg"/><Relationship Id="rId8" Type="http://schemas.openxmlformats.org/officeDocument/2006/relationships/image" Target="../media/image10.jpeg"/><Relationship Id="rId7" Type="http://schemas.openxmlformats.org/officeDocument/2006/relationships/image" Target="../media/image9.jpeg"/><Relationship Id="rId6" Type="http://schemas.openxmlformats.org/officeDocument/2006/relationships/image" Target="../media/image8.jpeg"/><Relationship Id="rId5" Type="http://schemas.openxmlformats.org/officeDocument/2006/relationships/image" Target="../media/image7.jpeg"/><Relationship Id="rId4" Type="http://schemas.openxmlformats.org/officeDocument/2006/relationships/image" Target="../media/image6.jpeg"/><Relationship Id="rId3" Type="http://schemas.openxmlformats.org/officeDocument/2006/relationships/image" Target="../media/image5.jpeg"/><Relationship Id="rId2" Type="http://schemas.openxmlformats.org/officeDocument/2006/relationships/tags" Target="../tags/tag16.xml"/><Relationship Id="rId11" Type="http://schemas.openxmlformats.org/officeDocument/2006/relationships/slideLayout" Target="../slideLayouts/slideLayout5.xml"/><Relationship Id="rId10" Type="http://schemas.openxmlformats.org/officeDocument/2006/relationships/image" Target="../media/image12.png"/><Relationship Id="rId1" Type="http://schemas.openxmlformats.org/officeDocument/2006/relationships/tags" Target="../tags/tag1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tags" Target="../tags/tag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225292" y="1091747"/>
            <a:ext cx="11725408" cy="14876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108000" tIns="0" rIns="108000" bIns="0" numCol="1" rtlCol="0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Verdana" panose="020B08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 dirty="0"/>
              <a:t>团队介绍：上海交通大学</a:t>
            </a:r>
            <a:r>
              <a:rPr kumimoji="1" lang="en-US" altLang="zh-CN" dirty="0"/>
              <a:t>-XX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65B630-C7FF-41C0-9923-C5E5E29EED81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2F2F2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2F2F2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225292" y="1091747"/>
            <a:ext cx="11725408" cy="14876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108000" tIns="0" rIns="108000" bIns="0" numCol="1" rtlCol="0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Verdana" panose="020B08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研究内容</a:t>
            </a:r>
            <a:r>
              <a:rPr kumimoji="1" lang="en-US" altLang="zh-CN" dirty="0"/>
              <a:t>1</a:t>
            </a:r>
            <a:r>
              <a:rPr kumimoji="1" lang="zh-CN" altLang="en-US" dirty="0"/>
              <a:t>：</a:t>
            </a:r>
            <a:r>
              <a:rPr lang="en-US" altLang="zh-CN" dirty="0">
                <a:effectLst/>
              </a:rPr>
              <a:t>5G-A</a:t>
            </a:r>
            <a:r>
              <a:rPr lang="zh-CN" altLang="zh-CN" dirty="0">
                <a:effectLst/>
              </a:rPr>
              <a:t>通信</a:t>
            </a:r>
            <a:r>
              <a:rPr lang="en-US" altLang="zh-CN" dirty="0">
                <a:effectLst/>
              </a:rPr>
              <a:t>+AI</a:t>
            </a:r>
            <a:r>
              <a:rPr lang="zh-CN" altLang="zh-CN" dirty="0">
                <a:effectLst/>
              </a:rPr>
              <a:t>双向赋能与联合优化 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65B630-C7FF-41C0-9923-C5E5E29EED81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2F2F2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2F2F2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34" name="矩形 18"/>
          <p:cNvSpPr>
            <a:spLocks noChangeArrowheads="1"/>
          </p:cNvSpPr>
          <p:nvPr/>
        </p:nvSpPr>
        <p:spPr bwMode="auto">
          <a:xfrm>
            <a:off x="328612" y="1080497"/>
            <a:ext cx="2945787" cy="574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>
              <a:buClr>
                <a:srgbClr val="CC0000"/>
              </a:buCl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问题与挑战：</a:t>
            </a:r>
            <a:endParaRPr kumimoji="0" lang="en-US" altLang="zh-CN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3" name="圆角矩形 65"/>
          <p:cNvSpPr/>
          <p:nvPr/>
        </p:nvSpPr>
        <p:spPr>
          <a:xfrm>
            <a:off x="0" y="6070600"/>
            <a:ext cx="12192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88900" dist="127000" dir="3000000" algn="t" rotWithShape="0">
              <a:prstClr val="black">
                <a:alpha val="32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提升终端的网络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接入成功率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、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缩短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接入时延、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提高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用户吞吐率、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降低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通信功耗</a:t>
            </a:r>
            <a:endParaRPr lang="zh-CN" altLang="en-US" sz="2400" b="1" dirty="0">
              <a:solidFill>
                <a:schemeClr val="bg1"/>
              </a:solidFill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225290" y="1142365"/>
            <a:ext cx="76200" cy="4726305"/>
            <a:chOff x="7541" y="1579"/>
            <a:chExt cx="113" cy="553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7620" y="1579"/>
              <a:ext cx="34" cy="5533"/>
            </a:xfrm>
            <a:prstGeom prst="line">
              <a:avLst/>
            </a:prstGeom>
            <a:noFill/>
            <a:ln w="19050" cap="flat" cmpd="sng" algn="ctr">
              <a:solidFill>
                <a:srgbClr val="3974D7"/>
              </a:solidFill>
              <a:prstDash val="sysDash"/>
              <a:miter lim="800000"/>
              <a:headEnd type="none"/>
              <a:tailEnd type="none"/>
            </a:ln>
          </p:spPr>
        </p:cxnSp>
        <p:cxnSp>
          <p:nvCxnSpPr>
            <p:cNvPr id="4" name="直接连接符 3"/>
            <p:cNvCxnSpPr/>
            <p:nvPr/>
          </p:nvCxnSpPr>
          <p:spPr>
            <a:xfrm>
              <a:off x="7541" y="1579"/>
              <a:ext cx="34" cy="5533"/>
            </a:xfrm>
            <a:prstGeom prst="line">
              <a:avLst/>
            </a:prstGeom>
            <a:noFill/>
            <a:ln w="19050" cap="flat" cmpd="sng" algn="ctr">
              <a:solidFill>
                <a:srgbClr val="3974D7"/>
              </a:solidFill>
              <a:prstDash val="sysDash"/>
              <a:miter lim="800000"/>
              <a:headEnd type="none"/>
              <a:tailEnd type="none"/>
            </a:ln>
          </p:spPr>
        </p:cxnSp>
      </p:grpSp>
      <p:grpSp>
        <p:nvGrpSpPr>
          <p:cNvPr id="27" name="组合 26"/>
          <p:cNvGrpSpPr/>
          <p:nvPr/>
        </p:nvGrpSpPr>
        <p:grpSpPr>
          <a:xfrm>
            <a:off x="0" y="1585595"/>
            <a:ext cx="3507740" cy="4010660"/>
            <a:chOff x="-175165" y="1482709"/>
            <a:chExt cx="2845884" cy="2745226"/>
          </a:xfrm>
        </p:grpSpPr>
        <p:sp>
          <p:nvSpPr>
            <p:cNvPr id="29" name="圆角矩形 1"/>
            <p:cNvSpPr/>
            <p:nvPr/>
          </p:nvSpPr>
          <p:spPr bwMode="auto">
            <a:xfrm>
              <a:off x="167242" y="1482709"/>
              <a:ext cx="2503477" cy="2745226"/>
            </a:xfrm>
            <a:prstGeom prst="roundRect">
              <a:avLst>
                <a:gd name="adj" fmla="val 5775"/>
              </a:avLst>
            </a:prstGeom>
            <a:noFill/>
            <a:ln w="28575" algn="ctr">
              <a:solidFill>
                <a:srgbClr val="0070C0"/>
              </a:solidFill>
              <a:round/>
            </a:ln>
          </p:spPr>
          <p:txBody>
            <a:bodyPr wrap="none" anchor="ctr"/>
            <a:lstStyle/>
            <a:p>
              <a:pPr marL="457200" lvl="1" eaLnBrk="0" hangingPunct="0">
                <a:lnSpc>
                  <a:spcPct val="120000"/>
                </a:lnSpc>
                <a:buSzPct val="50000"/>
                <a:tabLst>
                  <a:tab pos="185420" algn="l"/>
                </a:tabLst>
                <a:defRPr/>
              </a:pPr>
              <a:endParaRPr lang="en-US" altLang="zh-CN" sz="1800" b="1" dirty="0">
                <a:solidFill>
                  <a:srgbClr val="000000"/>
                </a:solidFill>
                <a:latin typeface="Arial" panose="020B0604020202090204" pitchFamily="34" charset="0"/>
                <a:ea typeface="黑体" panose="02010609060101010101" pitchFamily="49" charset="-122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-175165" y="1679169"/>
              <a:ext cx="2658871" cy="2084998"/>
            </a:xfrm>
            <a:prstGeom prst="rect">
              <a:avLst/>
            </a:prstGeom>
            <a:ln>
              <a:noFill/>
            </a:ln>
          </p:spPr>
          <p:txBody>
            <a:bodyPr wrap="square">
              <a:spAutoFit/>
            </a:bodyPr>
            <a:lstStyle/>
            <a:p>
              <a:pPr marL="914400" lvl="1" indent="-457200" eaLnBrk="0" hangingPunct="0">
                <a:lnSpc>
                  <a:spcPct val="200000"/>
                </a:lnSpc>
                <a:buSzPct val="50000"/>
                <a:buFont typeface="Wingdings" panose="05000000000000000000" pitchFamily="2" charset="2"/>
                <a:buChar char="q"/>
                <a:tabLst>
                  <a:tab pos="185420" algn="l"/>
                </a:tabLst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通信</a:t>
              </a:r>
              <a:r>
                <a:rPr lang="zh-CN" altLang="en-US" sz="2400" b="1" dirty="0">
                  <a:solidFill>
                    <a:srgbClr val="C00000"/>
                  </a:solidFill>
                  <a:latin typeface="+mn-ea"/>
                </a:rPr>
                <a:t>功耗高</a:t>
              </a: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 marL="914400" lvl="1" indent="-457200" eaLnBrk="0" hangingPunct="0">
                <a:lnSpc>
                  <a:spcPct val="200000"/>
                </a:lnSpc>
                <a:buSzPct val="50000"/>
                <a:buFont typeface="Wingdings" panose="05000000000000000000" pitchFamily="2" charset="2"/>
                <a:buChar char="q"/>
                <a:tabLst>
                  <a:tab pos="185420" algn="l"/>
                </a:tabLst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接入</a:t>
              </a:r>
              <a:r>
                <a:rPr lang="zh-CN" altLang="en-US" sz="2400" b="1" dirty="0">
                  <a:solidFill>
                    <a:srgbClr val="C00000"/>
                  </a:solidFill>
                  <a:latin typeface="+mn-ea"/>
                </a:rPr>
                <a:t>时延高</a:t>
              </a: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 marL="914400" lvl="1" indent="-457200" eaLnBrk="0" hangingPunct="0">
                <a:lnSpc>
                  <a:spcPct val="200000"/>
                </a:lnSpc>
                <a:buSzPct val="50000"/>
                <a:buFont typeface="Wingdings" panose="05000000000000000000" pitchFamily="2" charset="2"/>
                <a:buChar char="q"/>
                <a:tabLst>
                  <a:tab pos="185420" algn="l"/>
                </a:tabLst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计算</a:t>
              </a:r>
              <a:r>
                <a:rPr lang="zh-CN" altLang="en-US" sz="2400" b="1" dirty="0">
                  <a:solidFill>
                    <a:srgbClr val="C00000"/>
                  </a:solidFill>
                  <a:latin typeface="+mn-ea"/>
                </a:rPr>
                <a:t>利用率低</a:t>
              </a:r>
              <a:endParaRPr lang="en-US" altLang="zh-CN" sz="2400" b="1" dirty="0">
                <a:solidFill>
                  <a:srgbClr val="C00000"/>
                </a:solidFill>
                <a:latin typeface="+mn-ea"/>
              </a:endParaRPr>
            </a:p>
            <a:p>
              <a:pPr marL="914400" lvl="1" indent="-457200" eaLnBrk="0" hangingPunct="0">
                <a:lnSpc>
                  <a:spcPct val="200000"/>
                </a:lnSpc>
                <a:buSzPct val="50000"/>
                <a:buFont typeface="Wingdings" panose="05000000000000000000" pitchFamily="2" charset="2"/>
                <a:buChar char="q"/>
                <a:tabLst>
                  <a:tab pos="185420" algn="l"/>
                </a:tabLst>
                <a:defRPr/>
              </a:pPr>
              <a:r>
                <a:rPr lang="zh-CN" altLang="en-US" sz="2400" b="1" dirty="0">
                  <a:solidFill>
                    <a:schemeClr val="tx1"/>
                  </a:solidFill>
                  <a:latin typeface="+mn-ea"/>
                </a:rPr>
                <a:t>云服务器</a:t>
              </a:r>
              <a:r>
                <a:rPr lang="zh-CN" altLang="en-US" sz="2400" b="1" dirty="0">
                  <a:solidFill>
                    <a:srgbClr val="C00000"/>
                  </a:solidFill>
                  <a:latin typeface="+mn-ea"/>
                </a:rPr>
                <a:t>压力大</a:t>
              </a:r>
              <a:endParaRPr lang="zh-CN" altLang="en-US" sz="2400" b="1" dirty="0">
                <a:solidFill>
                  <a:srgbClr val="C00000"/>
                </a:solidFill>
                <a:latin typeface="+mn-ea"/>
              </a:endParaRPr>
            </a:p>
          </p:txBody>
        </p:sp>
      </p:grpSp>
      <p:sp>
        <p:nvSpPr>
          <p:cNvPr id="42" name="矩形 18"/>
          <p:cNvSpPr>
            <a:spLocks noChangeArrowheads="1"/>
          </p:cNvSpPr>
          <p:nvPr/>
        </p:nvSpPr>
        <p:spPr bwMode="auto">
          <a:xfrm>
            <a:off x="4404360" y="1068705"/>
            <a:ext cx="4637405" cy="8693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 marL="469900" indent="-4699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1pPr>
            <a:lvl2pPr marL="908050" indent="-43688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Arial" panose="020B0604020202090204" pitchFamily="34" charset="0"/>
                <a:ea typeface="黑体" panose="02010609060101010101" pitchFamily="49" charset="-122"/>
              </a:defRPr>
            </a:lvl9pPr>
          </a:lstStyle>
          <a:p>
            <a:pPr>
              <a:buClr>
                <a:srgbClr val="00B050"/>
              </a:buClr>
              <a:defRPr/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</a:rPr>
              <a:t>技术路线：</a:t>
            </a:r>
            <a:endParaRPr lang="en-US" altLang="zh-CN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25" name="矩形 24"/>
          <p:cNvSpPr/>
          <p:nvPr/>
        </p:nvSpPr>
        <p:spPr>
          <a:xfrm>
            <a:off x="5422966" y="1791122"/>
            <a:ext cx="2864283" cy="1733667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426505" y="1418964"/>
            <a:ext cx="2861852" cy="37215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通信场景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建模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2" name="矩形 71"/>
          <p:cNvSpPr/>
          <p:nvPr/>
        </p:nvSpPr>
        <p:spPr>
          <a:xfrm>
            <a:off x="8756516" y="1790312"/>
            <a:ext cx="2717273" cy="1734477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8749812" y="1407475"/>
            <a:ext cx="2723977" cy="382837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en-US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AI</a:t>
            </a:r>
            <a:r>
              <a:rPr lang="zh-CN" altLang="en-US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神经网络设计</a:t>
            </a:r>
            <a:endParaRPr lang="zh-CN" altLang="en-US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5" name="矩形 74"/>
          <p:cNvSpPr/>
          <p:nvPr/>
        </p:nvSpPr>
        <p:spPr>
          <a:xfrm>
            <a:off x="8752783" y="4050791"/>
            <a:ext cx="2699536" cy="200854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7" name="矩形 76"/>
          <p:cNvSpPr/>
          <p:nvPr/>
        </p:nvSpPr>
        <p:spPr>
          <a:xfrm>
            <a:off x="8751664" y="3620138"/>
            <a:ext cx="2711965" cy="4306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云端</a:t>
            </a:r>
            <a:r>
              <a:rPr lang="zh-CN"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计算</a:t>
            </a:r>
            <a:endParaRPr lang="zh-CN"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8" name="矩形 77"/>
          <p:cNvSpPr/>
          <p:nvPr/>
        </p:nvSpPr>
        <p:spPr>
          <a:xfrm>
            <a:off x="5459192" y="4062122"/>
            <a:ext cx="2809395" cy="1997213"/>
          </a:xfrm>
          <a:prstGeom prst="rect">
            <a:avLst/>
          </a:prstGeom>
          <a:solidFill>
            <a:schemeClr val="bg1"/>
          </a:solidFill>
          <a:ln>
            <a:solidFill>
              <a:schemeClr val="accent3">
                <a:lumMod val="60000"/>
                <a:lumOff val="4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80" name="矩形 79"/>
          <p:cNvSpPr/>
          <p:nvPr/>
        </p:nvSpPr>
        <p:spPr>
          <a:xfrm>
            <a:off x="5454406" y="3631471"/>
            <a:ext cx="2832561" cy="43065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solidFill>
              <a:schemeClr val="accent3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altLang="zh-CN" sz="1600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分层AI运行体系</a:t>
            </a:r>
            <a:endParaRPr altLang="zh-CN" sz="1600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843703" y="3170555"/>
            <a:ext cx="2582545" cy="329565"/>
          </a:xfrm>
          <a:prstGeom prst="rect">
            <a:avLst/>
          </a:prstGeom>
          <a:solidFill>
            <a:srgbClr val="0043A8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研究端侧AI赋能的5G空口技术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2" name="矩形 91"/>
          <p:cNvSpPr/>
          <p:nvPr/>
        </p:nvSpPr>
        <p:spPr>
          <a:xfrm>
            <a:off x="8843703" y="5594985"/>
            <a:ext cx="2582545" cy="388620"/>
          </a:xfrm>
          <a:prstGeom prst="rect">
            <a:avLst/>
          </a:prstGeom>
          <a:solidFill>
            <a:srgbClr val="0043A8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实现“端-边-云”协同AI任务分发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47" name="直接箭头连接符 46"/>
          <p:cNvCxnSpPr/>
          <p:nvPr/>
        </p:nvCxnSpPr>
        <p:spPr>
          <a:xfrm flipV="1">
            <a:off x="10855000" y="5276419"/>
            <a:ext cx="0" cy="181342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5739130" y="3187065"/>
            <a:ext cx="2229485" cy="329565"/>
          </a:xfrm>
          <a:prstGeom prst="rect">
            <a:avLst/>
          </a:prstGeom>
          <a:solidFill>
            <a:srgbClr val="0043A8"/>
          </a:solidFill>
          <a:ln>
            <a:solidFill>
              <a:schemeClr val="accent6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r>
              <a:rPr lang="zh-CN" altLang="en-US" sz="10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初始接入、信道状态信息处理等通信流程</a:t>
            </a:r>
            <a:endParaRPr lang="zh-CN" altLang="en-US" sz="10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5" name="环形箭头 62"/>
          <p:cNvSpPr/>
          <p:nvPr/>
        </p:nvSpPr>
        <p:spPr>
          <a:xfrm rot="2168329">
            <a:off x="8138494" y="3224310"/>
            <a:ext cx="679785" cy="646188"/>
          </a:xfrm>
          <a:prstGeom prst="circularArrow">
            <a:avLst>
              <a:gd name="adj1" fmla="val 11874"/>
              <a:gd name="adj2" fmla="val 1636547"/>
              <a:gd name="adj3" fmla="val 4313311"/>
              <a:gd name="adj4" fmla="val 9674002"/>
              <a:gd name="adj5" fmla="val 12500"/>
            </a:avLst>
          </a:prstGeom>
          <a:solidFill>
            <a:srgbClr val="0043A8"/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hemeClr val="accent1">
              <a:hueOff val="0"/>
              <a:satOff val="0"/>
              <a:lumOff val="0"/>
              <a:alphaOff val="0"/>
            </a:schemeClr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pic>
        <p:nvPicPr>
          <p:cNvPr id="14" name="图片 1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94680" y="1844675"/>
            <a:ext cx="2318385" cy="1320800"/>
          </a:xfrm>
          <a:prstGeom prst="rect">
            <a:avLst/>
          </a:prstGeom>
        </p:spPr>
      </p:pic>
      <p:pic>
        <p:nvPicPr>
          <p:cNvPr id="16" name="图片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51265" y="1958340"/>
            <a:ext cx="2550795" cy="1043940"/>
          </a:xfrm>
          <a:prstGeom prst="rect">
            <a:avLst/>
          </a:prstGeom>
        </p:spPr>
      </p:pic>
      <p:pic>
        <p:nvPicPr>
          <p:cNvPr id="18" name="图片 1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49665" y="4055110"/>
            <a:ext cx="2693670" cy="1498600"/>
          </a:xfrm>
          <a:prstGeom prst="rect">
            <a:avLst/>
          </a:prstGeom>
        </p:spPr>
      </p:pic>
      <p:pic>
        <p:nvPicPr>
          <p:cNvPr id="20" name="图片 19"/>
          <p:cNvPicPr/>
          <p:nvPr/>
        </p:nvPicPr>
        <p:blipFill>
          <a:blip r:embed="rId5"/>
          <a:srcRect t="19519"/>
          <a:stretch>
            <a:fillRect/>
          </a:stretch>
        </p:blipFill>
        <p:spPr>
          <a:xfrm>
            <a:off x="5662295" y="4062095"/>
            <a:ext cx="2386330" cy="19983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225292" y="1091747"/>
            <a:ext cx="11725408" cy="14876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108000" tIns="0" rIns="108000" bIns="0" numCol="1" rtlCol="0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Verdana" panose="020B08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kumimoji="1" lang="zh-CN" altLang="en-US" dirty="0"/>
              <a:t>研究内容</a:t>
            </a:r>
            <a:r>
              <a:rPr kumimoji="1" lang="en-US" altLang="zh-CN" dirty="0"/>
              <a:t>3</a:t>
            </a:r>
            <a:r>
              <a:rPr kumimoji="1" lang="zh-CN" altLang="en-US" dirty="0"/>
              <a:t>：</a:t>
            </a:r>
            <a:r>
              <a:rPr lang="en-US" altLang="zh-CN" dirty="0">
                <a:effectLst/>
              </a:rPr>
              <a:t> 5G-A+AI</a:t>
            </a:r>
            <a:r>
              <a:rPr lang="zh-CN" altLang="zh-CN" dirty="0">
                <a:effectLst/>
              </a:rPr>
              <a:t>融合新终端模组研制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65B630-C7FF-41C0-9923-C5E5E29EED81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2F2F2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2F2F2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  <p:sp>
        <p:nvSpPr>
          <p:cNvPr id="4" name="圆角矩形 3"/>
          <p:cNvSpPr/>
          <p:nvPr>
            <p:custDataLst>
              <p:tags r:id="rId2"/>
            </p:custDataLst>
          </p:nvPr>
        </p:nvSpPr>
        <p:spPr>
          <a:xfrm>
            <a:off x="352292" y="1218747"/>
            <a:ext cx="11725408" cy="14876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108000" tIns="0" rIns="108000" bIns="0" numCol="1" rtlCol="0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Verdana" panose="020B08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13" name="圆角矩形 65"/>
          <p:cNvSpPr/>
          <p:nvPr/>
        </p:nvSpPr>
        <p:spPr>
          <a:xfrm>
            <a:off x="0" y="6070600"/>
            <a:ext cx="12192000" cy="762000"/>
          </a:xfrm>
          <a:prstGeom prst="roundRect">
            <a:avLst>
              <a:gd name="adj" fmla="val 10000"/>
            </a:avLst>
          </a:prstGeom>
          <a:gradFill flip="none" rotWithShape="1">
            <a:gsLst>
              <a:gs pos="0">
                <a:srgbClr val="0070C0">
                  <a:shade val="30000"/>
                  <a:satMod val="115000"/>
                </a:srgbClr>
              </a:gs>
              <a:gs pos="50000">
                <a:srgbClr val="0070C0">
                  <a:shade val="67500"/>
                  <a:satMod val="115000"/>
                </a:srgbClr>
              </a:gs>
              <a:gs pos="100000">
                <a:srgbClr val="0070C0">
                  <a:shade val="100000"/>
                  <a:satMod val="115000"/>
                </a:srgbClr>
              </a:gs>
            </a:gsLst>
            <a:lin ang="5400000" scaled="1"/>
            <a:tileRect/>
          </a:gradFill>
          <a:effectLst>
            <a:outerShdw blurRad="88900" dist="127000" dir="3000000" algn="t" rotWithShape="0">
              <a:prstClr val="black">
                <a:alpha val="32000"/>
              </a:prstClr>
            </a:outerShdw>
          </a:effectLst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anchor="ctr"/>
          <a:lstStyle/>
          <a:p>
            <a:pPr algn="ctr"/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形成具备弹性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扩展能力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、软硬件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解耦特性</a:t>
            </a:r>
            <a:r>
              <a:rPr lang="zh-CN" altLang="en-US" sz="2400" b="1" dirty="0">
                <a:solidFill>
                  <a:schemeClr val="bg1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及AI原生通信架构的</a:t>
            </a:r>
            <a:r>
              <a:rPr lang="zh-CN" altLang="en-US" sz="2400" b="1" dirty="0">
                <a:solidFill>
                  <a:srgbClr val="FFC000"/>
                </a:solidFill>
                <a:latin typeface="Arial" panose="020B0604020202090204" pitchFamily="34" charset="0"/>
                <a:ea typeface="微软雅黑" panose="020B0503020204020204" pitchFamily="34" charset="-122"/>
              </a:rPr>
              <a:t>通用型终端模组平台</a:t>
            </a:r>
            <a:endParaRPr lang="zh-CN" altLang="en-US" sz="2400" b="1" dirty="0">
              <a:solidFill>
                <a:srgbClr val="FFC000"/>
              </a:solidFill>
              <a:latin typeface="Arial" panose="020B0604020202090204" pitchFamily="34" charset="0"/>
              <a:ea typeface="微软雅黑" panose="020B0503020204020204" pitchFamily="34" charset="-122"/>
            </a:endParaRPr>
          </a:p>
        </p:txBody>
      </p:sp>
      <p:grpSp>
        <p:nvGrpSpPr>
          <p:cNvPr id="31" name="组合 30"/>
          <p:cNvGrpSpPr/>
          <p:nvPr/>
        </p:nvGrpSpPr>
        <p:grpSpPr>
          <a:xfrm>
            <a:off x="4807585" y="1218565"/>
            <a:ext cx="76200" cy="4726305"/>
            <a:chOff x="7541" y="1579"/>
            <a:chExt cx="113" cy="5532"/>
          </a:xfrm>
        </p:grpSpPr>
        <p:cxnSp>
          <p:nvCxnSpPr>
            <p:cNvPr id="32" name="直接连接符 31"/>
            <p:cNvCxnSpPr/>
            <p:nvPr/>
          </p:nvCxnSpPr>
          <p:spPr>
            <a:xfrm>
              <a:off x="7620" y="1579"/>
              <a:ext cx="34" cy="5533"/>
            </a:xfrm>
            <a:prstGeom prst="line">
              <a:avLst/>
            </a:prstGeom>
            <a:noFill/>
            <a:ln w="19050" cap="flat" cmpd="sng" algn="ctr">
              <a:solidFill>
                <a:srgbClr val="3974D7"/>
              </a:solidFill>
              <a:prstDash val="sysDash"/>
              <a:miter lim="800000"/>
              <a:headEnd type="none"/>
              <a:tailEnd type="none"/>
            </a:ln>
          </p:spPr>
        </p:cxnSp>
        <p:cxnSp>
          <p:nvCxnSpPr>
            <p:cNvPr id="5" name="直接连接符 4"/>
            <p:cNvCxnSpPr/>
            <p:nvPr/>
          </p:nvCxnSpPr>
          <p:spPr>
            <a:xfrm>
              <a:off x="7541" y="1579"/>
              <a:ext cx="34" cy="5533"/>
            </a:xfrm>
            <a:prstGeom prst="line">
              <a:avLst/>
            </a:prstGeom>
            <a:noFill/>
            <a:ln w="19050" cap="flat" cmpd="sng" algn="ctr">
              <a:solidFill>
                <a:srgbClr val="3974D7"/>
              </a:solidFill>
              <a:prstDash val="sysDash"/>
              <a:miter lim="800000"/>
              <a:headEnd type="none"/>
              <a:tailEnd type="none"/>
            </a:ln>
          </p:spPr>
        </p:cxnSp>
      </p:grpSp>
      <p:grpSp>
        <p:nvGrpSpPr>
          <p:cNvPr id="41" name="组合 40"/>
          <p:cNvGrpSpPr/>
          <p:nvPr/>
        </p:nvGrpSpPr>
        <p:grpSpPr>
          <a:xfrm>
            <a:off x="3684528" y="1802592"/>
            <a:ext cx="648000" cy="3356040"/>
            <a:chOff x="7229711" y="1618004"/>
            <a:chExt cx="648000" cy="3356040"/>
          </a:xfrm>
        </p:grpSpPr>
        <p:sp>
          <p:nvSpPr>
            <p:cNvPr id="6" name="圆角矩形 9"/>
            <p:cNvSpPr/>
            <p:nvPr/>
          </p:nvSpPr>
          <p:spPr>
            <a:xfrm>
              <a:off x="7229711" y="1618004"/>
              <a:ext cx="648000" cy="720000"/>
            </a:xfrm>
            <a:prstGeom prst="roundRect">
              <a:avLst/>
            </a:prstGeom>
            <a:noFill/>
            <a:ln w="19050">
              <a:solidFill>
                <a:srgbClr val="0043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400" b="1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建立传输基线</a:t>
              </a:r>
              <a:endParaRPr lang="zh-CN" altLang="en-US" sz="1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3" name="圆角矩形 9"/>
            <p:cNvSpPr/>
            <p:nvPr/>
          </p:nvSpPr>
          <p:spPr>
            <a:xfrm>
              <a:off x="7229711" y="2936024"/>
              <a:ext cx="648000" cy="720000"/>
            </a:xfrm>
            <a:prstGeom prst="roundRect">
              <a:avLst/>
            </a:prstGeom>
            <a:noFill/>
            <a:ln w="19050">
              <a:solidFill>
                <a:srgbClr val="0043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特定业务配置</a:t>
              </a:r>
              <a:endParaRPr lang="zh-CN" altLang="en-US" sz="1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4" name="十字形 43"/>
            <p:cNvSpPr/>
            <p:nvPr/>
          </p:nvSpPr>
          <p:spPr>
            <a:xfrm>
              <a:off x="7409711" y="2490703"/>
              <a:ext cx="288000" cy="288000"/>
            </a:xfrm>
            <a:prstGeom prst="plus">
              <a:avLst>
                <a:gd name="adj" fmla="val 39654"/>
              </a:avLst>
            </a:prstGeom>
            <a:solidFill>
              <a:srgbClr val="006FBF"/>
            </a:solidFill>
            <a:ln>
              <a:solidFill>
                <a:srgbClr val="3974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5" name="圆角矩形 9"/>
            <p:cNvSpPr/>
            <p:nvPr/>
          </p:nvSpPr>
          <p:spPr>
            <a:xfrm>
              <a:off x="7229711" y="4254044"/>
              <a:ext cx="648000" cy="720000"/>
            </a:xfrm>
            <a:prstGeom prst="roundRect">
              <a:avLst/>
            </a:prstGeom>
            <a:noFill/>
            <a:ln w="19050">
              <a:solidFill>
                <a:srgbClr val="0043A8"/>
              </a:solidFill>
            </a:ln>
          </p:spPr>
          <p:style>
            <a:lnRef idx="2">
              <a:schemeClr val="accent1">
                <a:lumMod val="75000"/>
              </a:schemeClr>
            </a:lnRef>
            <a:fillRef idx="1">
              <a:schemeClr val="accent1"/>
            </a:fillRef>
            <a:effectRef idx="0">
              <a:srgbClr val="FFFFFF"/>
            </a:effectRef>
            <a:fontRef idx="minor">
              <a:schemeClr val="lt1"/>
            </a:fontRef>
          </p:style>
          <p:txBody>
            <a:bodyPr rtlCol="0" anchor="ctr"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</a:pPr>
              <a:r>
                <a:rPr lang="zh-CN" altLang="en-US" sz="1400" b="1" dirty="0">
                  <a:solidFill>
                    <a:srgbClr val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+mn-ea"/>
                </a:rPr>
                <a:t>动态场景注入</a:t>
              </a:r>
              <a:endParaRPr lang="zh-CN" altLang="en-US" sz="1400" b="1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endParaRPr>
            </a:p>
          </p:txBody>
        </p:sp>
        <p:sp>
          <p:nvSpPr>
            <p:cNvPr id="46" name="十字形 45"/>
            <p:cNvSpPr/>
            <p:nvPr/>
          </p:nvSpPr>
          <p:spPr>
            <a:xfrm>
              <a:off x="7409711" y="3813345"/>
              <a:ext cx="288000" cy="288000"/>
            </a:xfrm>
            <a:prstGeom prst="plus">
              <a:avLst>
                <a:gd name="adj" fmla="val 39654"/>
              </a:avLst>
            </a:prstGeom>
            <a:solidFill>
              <a:srgbClr val="006FBF"/>
            </a:solidFill>
            <a:ln>
              <a:solidFill>
                <a:srgbClr val="3974D7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47" name="图片 4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70499" y="2778065"/>
            <a:ext cx="1379176" cy="989613"/>
          </a:xfrm>
          <a:prstGeom prst="rect">
            <a:avLst/>
          </a:prstGeom>
        </p:spPr>
      </p:pic>
      <p:pic>
        <p:nvPicPr>
          <p:cNvPr id="48" name="图片 47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184" y="2787601"/>
            <a:ext cx="1296479" cy="951188"/>
          </a:xfrm>
          <a:prstGeom prst="rect">
            <a:avLst/>
          </a:prstGeom>
        </p:spPr>
      </p:pic>
      <p:pic>
        <p:nvPicPr>
          <p:cNvPr id="49" name="图片 48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3197" y="1340639"/>
            <a:ext cx="2707684" cy="1280133"/>
          </a:xfrm>
          <a:prstGeom prst="rect">
            <a:avLst/>
          </a:prstGeom>
        </p:spPr>
      </p:pic>
      <p:pic>
        <p:nvPicPr>
          <p:cNvPr id="26" name="图片 25" descr="微信图片_20241022135302"/>
          <p:cNvPicPr/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0619" y="3864055"/>
            <a:ext cx="1329283" cy="8728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图片 6"/>
          <p:cNvPicPr/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7718" y="3866077"/>
            <a:ext cx="1379177" cy="881434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图片 27" descr="微信图片_20241024153125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4009" y="4935199"/>
            <a:ext cx="1288153" cy="95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8" name="图片 7" descr="微信图片_20241022144704"/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57705" y="4924135"/>
            <a:ext cx="1399234" cy="951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图片 9"/>
          <p:cNvPicPr/>
          <p:nvPr/>
        </p:nvPicPr>
        <p:blipFill>
          <a:blip r:embed="rId10"/>
          <a:stretch>
            <a:fillRect/>
          </a:stretch>
        </p:blipFill>
        <p:spPr>
          <a:xfrm>
            <a:off x="5276215" y="1340485"/>
            <a:ext cx="6718300" cy="4239895"/>
          </a:xfrm>
          <a:prstGeom prst="rect">
            <a:avLst/>
          </a:prstGeom>
        </p:spPr>
      </p:pic>
      <p:sp>
        <p:nvSpPr>
          <p:cNvPr id="20" name="右箭头 19"/>
          <p:cNvSpPr/>
          <p:nvPr/>
        </p:nvSpPr>
        <p:spPr>
          <a:xfrm>
            <a:off x="4547870" y="3250565"/>
            <a:ext cx="648335" cy="364490"/>
          </a:xfrm>
          <a:prstGeom prst="rightArrow">
            <a:avLst/>
          </a:prstGeom>
          <a:solidFill>
            <a:srgbClr val="0043A8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圆角矩形 32"/>
          <p:cNvSpPr/>
          <p:nvPr>
            <p:custDataLst>
              <p:tags r:id="rId1"/>
            </p:custDataLst>
          </p:nvPr>
        </p:nvSpPr>
        <p:spPr>
          <a:xfrm>
            <a:off x="225292" y="1091747"/>
            <a:ext cx="11725408" cy="1487651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chemeClr val="accent1">
                  <a:lumMod val="20000"/>
                  <a:lumOff val="80000"/>
                  <a:alpha val="20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162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>
            <a:softEdge rad="0"/>
          </a:effectLst>
        </p:spPr>
        <p:txBody>
          <a:bodyPr vert="horz" wrap="square" lIns="108000" tIns="0" rIns="108000" bIns="0" numCol="1" rtlCol="0" anchor="ctr" anchorCtr="1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altLang="zh-CN" sz="2200" b="1" i="0" u="none" strike="noStrike" kern="1200" cap="none" spc="0" normalizeH="0" baseline="0" noProof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Verdana" panose="020B0804030504040204" pitchFamily="34" charset="0"/>
              <a:ea typeface="黑体" panose="02010609060101010101" pitchFamily="49" charset="-122"/>
              <a:cs typeface="+mn-cs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研究</a:t>
            </a:r>
            <a:r>
              <a:rPr kumimoji="1" lang="zh-CN" altLang="en-US" dirty="0"/>
              <a:t>基础</a:t>
            </a:r>
            <a:r>
              <a:rPr kumimoji="1" lang="en-US" altLang="zh-CN" dirty="0"/>
              <a:t>-5G-A</a:t>
            </a:r>
            <a:endParaRPr kumimoji="1"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7F65B630-C7FF-41C0-9923-C5E5E29EED81}" type="slidenum">
              <a:rPr kumimoji="0" lang="en-US" altLang="zh-CN" sz="1000" b="0" i="0" u="none" strike="noStrike" kern="1200" cap="none" spc="0" normalizeH="0" baseline="0" noProof="0" smtClean="0">
                <a:ln>
                  <a:noFill/>
                </a:ln>
                <a:solidFill>
                  <a:srgbClr val="2F2F2F">
                    <a:lumMod val="50000"/>
                    <a:lumOff val="50000"/>
                  </a:srgbClr>
                </a:solidFill>
                <a:effectLst/>
                <a:uLnTx/>
                <a:uFillTx/>
                <a:latin typeface="Arial" panose="020B0604020202090204" pitchFamily="34" charset="0"/>
                <a:ea typeface="宋体" pitchFamily="2" charset="-122"/>
                <a:cs typeface="+mn-cs"/>
              </a:rPr>
            </a:fld>
            <a:endParaRPr kumimoji="0" lang="en-US" altLang="zh-CN" sz="1000" b="0" i="0" u="none" strike="noStrike" kern="1200" cap="none" spc="0" normalizeH="0" baseline="0" noProof="0">
              <a:ln>
                <a:noFill/>
              </a:ln>
              <a:solidFill>
                <a:srgbClr val="2F2F2F">
                  <a:lumMod val="50000"/>
                  <a:lumOff val="50000"/>
                </a:srgbClr>
              </a:solidFill>
              <a:effectLst/>
              <a:uLnTx/>
              <a:uFillTx/>
              <a:latin typeface="Arial" panose="020B0604020202090204" pitchFamily="34" charset="0"/>
              <a:ea typeface="宋体" pitchFamily="2" charset="-122"/>
              <a:cs typeface="+mn-cs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DIAGRAM_VIRTUALLY_FRAME" val="{&quot;height&quot;:371.25,&quot;left&quot;:26.9,&quot;top&quot;:139.05,&quot;width&quot;:904.15}"/>
</p:tagLst>
</file>

<file path=ppt/tags/tag14.xml><?xml version="1.0" encoding="utf-8"?>
<p:tagLst xmlns:p="http://schemas.openxmlformats.org/presentationml/2006/main">
  <p:tag name="KSO_WM_DIAGRAM_VIRTUALLY_FRAME" val="{&quot;height&quot;:371.25,&quot;left&quot;:26.9,&quot;top&quot;:139.05,&quot;width&quot;:904.15}"/>
</p:tagLst>
</file>

<file path=ppt/tags/tag15.xml><?xml version="1.0" encoding="utf-8"?>
<p:tagLst xmlns:p="http://schemas.openxmlformats.org/presentationml/2006/main">
  <p:tag name="KSO_WM_DIAGRAM_VIRTUALLY_FRAME" val="{&quot;height&quot;:371.25,&quot;left&quot;:26.9,&quot;top&quot;:139.05,&quot;width&quot;:904.15}"/>
</p:tagLst>
</file>

<file path=ppt/tags/tag16.xml><?xml version="1.0" encoding="utf-8"?>
<p:tagLst xmlns:p="http://schemas.openxmlformats.org/presentationml/2006/main">
  <p:tag name="KSO_WM_DIAGRAM_VIRTUALLY_FRAME" val="{&quot;height&quot;:371.25,&quot;left&quot;:26.9,&quot;top&quot;:139.05,&quot;width&quot;:904.15}"/>
</p:tagLst>
</file>

<file path=ppt/tags/tag17.xml><?xml version="1.0" encoding="utf-8"?>
<p:tagLst xmlns:p="http://schemas.openxmlformats.org/presentationml/2006/main">
  <p:tag name="KSO_WM_DIAGRAM_VIRTUALLY_FRAME" val="{&quot;height&quot;:371.25,&quot;left&quot;:26.9,&quot;top&quot;:139.05,&quot;width&quot;:904.15}"/>
</p:tagLst>
</file>

<file path=ppt/theme/theme1.xml><?xml version="1.0" encoding="utf-8"?>
<a:theme xmlns:a="http://schemas.openxmlformats.org/drawingml/2006/main" name="Designed by iSlide">
  <a:themeElements>
    <a:clrScheme name="自定义 4">
      <a:dk1>
        <a:srgbClr val="2F2F2F"/>
      </a:dk1>
      <a:lt1>
        <a:srgbClr val="FFFFFF"/>
      </a:lt1>
      <a:dk2>
        <a:srgbClr val="778495"/>
      </a:dk2>
      <a:lt2>
        <a:srgbClr val="F0F0F0"/>
      </a:lt2>
      <a:accent1>
        <a:srgbClr val="397AFD"/>
      </a:accent1>
      <a:accent2>
        <a:srgbClr val="5EA8FC"/>
      </a:accent2>
      <a:accent3>
        <a:srgbClr val="5674D8"/>
      </a:accent3>
      <a:accent4>
        <a:srgbClr val="5283C4"/>
      </a:accent4>
      <a:accent5>
        <a:srgbClr val="7486DF"/>
      </a:accent5>
      <a:accent6>
        <a:srgbClr val="4079DB"/>
      </a:accent6>
      <a:hlink>
        <a:srgbClr val="F84D4D"/>
      </a:hlink>
      <a:folHlink>
        <a:srgbClr val="979797"/>
      </a:folHlink>
    </a:clrScheme>
    <a:fontScheme name="标准字体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</Words>
  <Application>WPS 文字</Application>
  <PresentationFormat>宽屏</PresentationFormat>
  <Paragraphs>49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21" baseType="lpstr">
      <vt:lpstr>Arial</vt:lpstr>
      <vt:lpstr>宋体</vt:lpstr>
      <vt:lpstr>Wingdings</vt:lpstr>
      <vt:lpstr>华文细黑</vt:lpstr>
      <vt:lpstr>黑体-简</vt:lpstr>
      <vt:lpstr>微软雅黑</vt:lpstr>
      <vt:lpstr>汉仪旗黑</vt:lpstr>
      <vt:lpstr>Verdana</vt:lpstr>
      <vt:lpstr>黑体</vt:lpstr>
      <vt:lpstr>宋体</vt:lpstr>
      <vt:lpstr>Arial Unicode MS</vt:lpstr>
      <vt:lpstr>Calibri</vt:lpstr>
      <vt:lpstr>Helvetica Neue</vt:lpstr>
      <vt:lpstr>汉仪书宋二KW</vt:lpstr>
      <vt:lpstr>微软雅黑</vt:lpstr>
      <vt:lpstr>汉仪中黑KW</vt:lpstr>
      <vt:lpstr>Designed by iSlide</vt:lpstr>
      <vt:lpstr>团队介绍：上海交通大学-XX</vt:lpstr>
      <vt:lpstr>研究内容1：5G-A通信+AI双向赋能与联合优化 </vt:lpstr>
      <vt:lpstr>研究内容3： 5G-A+AI融合新终端模组研制</vt:lpstr>
      <vt:lpstr>研究基础-5G-A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Zhidong He</dc:creator>
  <cp:lastModifiedBy>吴伯涛</cp:lastModifiedBy>
  <cp:revision>29</cp:revision>
  <dcterms:created xsi:type="dcterms:W3CDTF">2025-07-22T07:38:20Z</dcterms:created>
  <dcterms:modified xsi:type="dcterms:W3CDTF">2025-07-22T07:38:20Z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6A4EA8DEBF4A8FEF47307F68B6C63A93_42</vt:lpwstr>
  </property>
  <property fmtid="{D5CDD505-2E9C-101B-9397-08002B2CF9AE}" pid="3" name="KSOProductBuildVer">
    <vt:lpwstr>2052-6.12.1.8902</vt:lpwstr>
  </property>
</Properties>
</file>